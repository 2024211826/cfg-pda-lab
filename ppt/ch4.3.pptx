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7"/>
  </p:handoutMasterIdLst>
  <p:sldIdLst>
    <p:sldId id="323" r:id="rId3"/>
    <p:sldId id="355" r:id="rId5"/>
    <p:sldId id="331" r:id="rId6"/>
    <p:sldId id="382" r:id="rId7"/>
    <p:sldId id="381" r:id="rId8"/>
    <p:sldId id="383" r:id="rId9"/>
    <p:sldId id="384" r:id="rId10"/>
    <p:sldId id="385" r:id="rId11"/>
    <p:sldId id="386" r:id="rId12"/>
    <p:sldId id="391" r:id="rId13"/>
    <p:sldId id="388" r:id="rId14"/>
    <p:sldId id="389" r:id="rId15"/>
    <p:sldId id="387" r:id="rId16"/>
  </p:sldIdLst>
  <p:sldSz cx="9144000" cy="6858000" type="screen4x3"/>
  <p:notesSz cx="6648450" cy="9782175"/>
  <p:custDataLst>
    <p:tags r:id="rId21"/>
  </p:custDataLst>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2FDB2607-1784-4EEB-B798-7EB5836EED8A}">
        <p14:showMediaCtrls xmlns:p14="http://schemas.microsoft.com/office/powerpoint/2010/main" val="1"/>
      </p:ext>
    </p:extLst>
  </p:showPr>
  <p:clrMru>
    <a:srgbClr val="660066"/>
    <a:srgbClr val="003399"/>
    <a:srgbClr val="3366CC"/>
    <a:srgbClr val="FF3300"/>
    <a:srgbClr val="336699"/>
    <a:srgbClr val="008080"/>
    <a:srgbClr val="FFDC49"/>
    <a:srgbClr val="E8ED1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90" d="100"/>
          <a:sy n="90" d="100"/>
        </p:scale>
        <p:origin x="825" y="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2005" cy="72005"/>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gs" Target="tags/tag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handoutMaster" Target="handoutMasters/handoutMaster1.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7410" name="Rectangle 2"/>
          <p:cNvSpPr>
            <a:spLocks noGrp="1" noChangeArrowheads="1"/>
          </p:cNvSpPr>
          <p:nvPr>
            <p:ph type="hdr" sz="quarter"/>
          </p:nvPr>
        </p:nvSpPr>
        <p:spPr bwMode="auto">
          <a:xfrm>
            <a:off x="0" y="0"/>
            <a:ext cx="2881313" cy="488950"/>
          </a:xfrm>
          <a:prstGeom prst="rect">
            <a:avLst/>
          </a:prstGeom>
          <a:noFill/>
          <a:ln w="9525">
            <a:noFill/>
            <a:miter lim="800000"/>
          </a:ln>
          <a:effectLst/>
        </p:spPr>
        <p:txBody>
          <a:bodyPr vert="horz" wrap="square" lIns="89831" tIns="44915" rIns="89831" bIns="44915" numCol="1" anchor="t" anchorCtr="0" compatLnSpc="1"/>
          <a:lstStyle>
            <a:lvl1pPr algn="l" defTabSz="898525">
              <a:spcBef>
                <a:spcPct val="0"/>
              </a:spcBef>
              <a:buClrTx/>
              <a:buSzTx/>
              <a:buFontTx/>
              <a:buNone/>
              <a:defRPr kumimoji="0" sz="1200" noProof="1">
                <a:solidFill>
                  <a:schemeClr val="tx1"/>
                </a:solidFill>
              </a:defRPr>
            </a:lvl1pPr>
          </a:lstStyle>
          <a:p>
            <a:pPr marL="0" marR="0" lvl="0" indent="0" algn="l" defTabSz="898525"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411" name="Rectangle 3"/>
          <p:cNvSpPr>
            <a:spLocks noGrp="1" noChangeArrowheads="1"/>
          </p:cNvSpPr>
          <p:nvPr>
            <p:ph type="dt" sz="quarter" idx="1"/>
          </p:nvPr>
        </p:nvSpPr>
        <p:spPr bwMode="auto">
          <a:xfrm>
            <a:off x="3767138" y="0"/>
            <a:ext cx="2881313" cy="488950"/>
          </a:xfrm>
          <a:prstGeom prst="rect">
            <a:avLst/>
          </a:prstGeom>
          <a:noFill/>
          <a:ln w="9525">
            <a:noFill/>
            <a:miter lim="800000"/>
          </a:ln>
          <a:effectLst/>
        </p:spPr>
        <p:txBody>
          <a:bodyPr vert="horz" wrap="square" lIns="89831" tIns="44915" rIns="89831" bIns="44915" numCol="1" anchor="t" anchorCtr="0" compatLnSpc="1"/>
          <a:lstStyle>
            <a:lvl1pPr algn="r" defTabSz="898525">
              <a:spcBef>
                <a:spcPct val="0"/>
              </a:spcBef>
              <a:buClrTx/>
              <a:buSzTx/>
              <a:buFontTx/>
              <a:buNone/>
              <a:defRPr kumimoji="0" sz="1200" noProof="1">
                <a:solidFill>
                  <a:schemeClr val="tx1"/>
                </a:solidFill>
              </a:defRPr>
            </a:lvl1pPr>
          </a:lstStyle>
          <a:p>
            <a:pPr marL="0" marR="0" lvl="0" indent="0" algn="r" defTabSz="898525"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412" name="Rectangle 4"/>
          <p:cNvSpPr>
            <a:spLocks noGrp="1" noChangeArrowheads="1"/>
          </p:cNvSpPr>
          <p:nvPr>
            <p:ph type="ftr" sz="quarter" idx="2"/>
          </p:nvPr>
        </p:nvSpPr>
        <p:spPr bwMode="auto">
          <a:xfrm>
            <a:off x="0" y="9293225"/>
            <a:ext cx="2881313" cy="488950"/>
          </a:xfrm>
          <a:prstGeom prst="rect">
            <a:avLst/>
          </a:prstGeom>
          <a:noFill/>
          <a:ln w="9525">
            <a:noFill/>
            <a:miter lim="800000"/>
          </a:ln>
          <a:effectLst/>
        </p:spPr>
        <p:txBody>
          <a:bodyPr vert="horz" wrap="square" lIns="89831" tIns="44915" rIns="89831" bIns="44915" numCol="1" anchor="b" anchorCtr="0" compatLnSpc="1"/>
          <a:lstStyle>
            <a:lvl1pPr algn="l" defTabSz="898525">
              <a:spcBef>
                <a:spcPct val="0"/>
              </a:spcBef>
              <a:buClrTx/>
              <a:buSzTx/>
              <a:buFontTx/>
              <a:buNone/>
              <a:defRPr kumimoji="0" sz="1200" noProof="1">
                <a:solidFill>
                  <a:schemeClr val="tx1"/>
                </a:solidFill>
              </a:defRPr>
            </a:lvl1pPr>
          </a:lstStyle>
          <a:p>
            <a:pPr marL="0" marR="0" lvl="0" indent="0" algn="l" defTabSz="898525"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413" name="Rectangle 5"/>
          <p:cNvSpPr>
            <a:spLocks noGrp="1" noChangeArrowheads="1"/>
          </p:cNvSpPr>
          <p:nvPr>
            <p:ph type="sldNum" sz="quarter" idx="3"/>
          </p:nvPr>
        </p:nvSpPr>
        <p:spPr bwMode="auto">
          <a:xfrm>
            <a:off x="3767138" y="9293225"/>
            <a:ext cx="2881313" cy="488950"/>
          </a:xfrm>
          <a:prstGeom prst="rect">
            <a:avLst/>
          </a:prstGeom>
          <a:noFill/>
          <a:ln w="9525">
            <a:noFill/>
            <a:miter lim="800000"/>
          </a:ln>
          <a:effectLst/>
        </p:spPr>
        <p:txBody>
          <a:bodyPr vert="horz" wrap="square" lIns="89831" tIns="44915" rIns="89831" bIns="44915" numCol="1" anchor="b" anchorCtr="0" compatLnSpc="1"/>
          <a:lstStyle>
            <a:lvl1pPr algn="r" defTabSz="898525">
              <a:defRPr kumimoji="0" sz="1200" noProof="1">
                <a:solidFill>
                  <a:schemeClr val="tx1"/>
                </a:solidFill>
              </a:defRPr>
            </a:lvl1pPr>
          </a:lstStyle>
          <a:p>
            <a:pPr marL="0" marR="0" lvl="0" indent="0" algn="r" defTabSz="898525" rtl="0" eaLnBrk="1" fontAlgn="base" latinLnBrk="0" hangingPunct="1">
              <a:lnSpc>
                <a:spcPct val="100000"/>
              </a:lnSpc>
              <a:spcBef>
                <a:spcPct val="0"/>
              </a:spcBef>
              <a:spcAft>
                <a:spcPct val="0"/>
              </a:spcAft>
              <a:buClrTx/>
              <a:buSzTx/>
              <a:buFontTx/>
              <a:buNone/>
              <a:defRPr/>
            </a:pPr>
            <a:fld id="{18A0C436-5242-4BFA-9472-C643F0D8C51E}" type="slidenum">
              <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5362" name="Rectangle 2"/>
          <p:cNvSpPr>
            <a:spLocks noGrp="1" noChangeArrowheads="1"/>
          </p:cNvSpPr>
          <p:nvPr>
            <p:ph type="hdr" sz="quarter"/>
          </p:nvPr>
        </p:nvSpPr>
        <p:spPr bwMode="auto">
          <a:xfrm>
            <a:off x="0" y="0"/>
            <a:ext cx="2881313" cy="488950"/>
          </a:xfrm>
          <a:prstGeom prst="rect">
            <a:avLst/>
          </a:prstGeom>
          <a:noFill/>
          <a:ln w="9525">
            <a:noFill/>
            <a:miter lim="800000"/>
          </a:ln>
          <a:effectLst/>
        </p:spPr>
        <p:txBody>
          <a:bodyPr vert="horz" wrap="square" lIns="89831" tIns="44915" rIns="89831" bIns="44915" numCol="1" anchor="t" anchorCtr="0" compatLnSpc="1"/>
          <a:lstStyle>
            <a:lvl1pPr algn="l" defTabSz="898525">
              <a:spcBef>
                <a:spcPct val="0"/>
              </a:spcBef>
              <a:buClrTx/>
              <a:buSzTx/>
              <a:buFontTx/>
              <a:buNone/>
              <a:defRPr kumimoji="0" sz="1200" noProof="1">
                <a:solidFill>
                  <a:schemeClr val="tx1"/>
                </a:solidFill>
              </a:defRPr>
            </a:lvl1pPr>
          </a:lstStyle>
          <a:p>
            <a:pPr marL="0" marR="0" lvl="0" indent="0" algn="l" defTabSz="898525"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363" name="Rectangle 3"/>
          <p:cNvSpPr>
            <a:spLocks noGrp="1" noChangeArrowheads="1"/>
          </p:cNvSpPr>
          <p:nvPr>
            <p:ph type="dt" idx="1"/>
          </p:nvPr>
        </p:nvSpPr>
        <p:spPr bwMode="auto">
          <a:xfrm>
            <a:off x="3767138" y="0"/>
            <a:ext cx="2881313" cy="488950"/>
          </a:xfrm>
          <a:prstGeom prst="rect">
            <a:avLst/>
          </a:prstGeom>
          <a:noFill/>
          <a:ln w="9525">
            <a:noFill/>
            <a:miter lim="800000"/>
          </a:ln>
          <a:effectLst/>
        </p:spPr>
        <p:txBody>
          <a:bodyPr vert="horz" wrap="square" lIns="89831" tIns="44915" rIns="89831" bIns="44915" numCol="1" anchor="t" anchorCtr="0" compatLnSpc="1"/>
          <a:lstStyle>
            <a:lvl1pPr algn="r" defTabSz="898525">
              <a:spcBef>
                <a:spcPct val="0"/>
              </a:spcBef>
              <a:buClrTx/>
              <a:buSzTx/>
              <a:buFontTx/>
              <a:buNone/>
              <a:defRPr kumimoji="0" sz="1200" noProof="1">
                <a:solidFill>
                  <a:schemeClr val="tx1"/>
                </a:solidFill>
              </a:defRPr>
            </a:lvl1pPr>
          </a:lstStyle>
          <a:p>
            <a:pPr marL="0" marR="0" lvl="0" indent="0" algn="r" defTabSz="898525"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6" name="Rectangle 4"/>
          <p:cNvSpPr>
            <a:spLocks noTextEdit="1"/>
          </p:cNvSpPr>
          <p:nvPr>
            <p:ph type="sldImg"/>
          </p:nvPr>
        </p:nvSpPr>
        <p:spPr>
          <a:xfrm>
            <a:off x="879475" y="733425"/>
            <a:ext cx="4891088" cy="3668713"/>
          </a:xfrm>
          <a:prstGeom prst="rect">
            <a:avLst/>
          </a:prstGeom>
          <a:noFill/>
          <a:ln w="9525" cap="flat" cmpd="sng">
            <a:solidFill>
              <a:srgbClr val="000000"/>
            </a:solidFill>
            <a:prstDash val="solid"/>
            <a:miter/>
            <a:headEnd type="none" w="med" len="med"/>
            <a:tailEnd type="none" w="med" len="med"/>
          </a:ln>
        </p:spPr>
      </p:sp>
      <p:sp>
        <p:nvSpPr>
          <p:cNvPr id="3077" name="Rectangle 5"/>
          <p:cNvSpPr>
            <a:spLocks noGrp="1" noChangeArrowheads="1"/>
          </p:cNvSpPr>
          <p:nvPr>
            <p:ph type="body" sz="quarter" idx="4294967295"/>
          </p:nvPr>
        </p:nvSpPr>
        <p:spPr bwMode="auto">
          <a:xfrm>
            <a:off x="885825" y="4646613"/>
            <a:ext cx="4876800" cy="440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9831" tIns="44915" rIns="89831" bIns="44915"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Click to edit Master text styles</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Second level</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Third level</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Fourth level</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Fifth level</a:t>
            </a: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5366" name="Rectangle 6"/>
          <p:cNvSpPr>
            <a:spLocks noGrp="1" noChangeArrowheads="1"/>
          </p:cNvSpPr>
          <p:nvPr>
            <p:ph type="ftr" sz="quarter" idx="4"/>
          </p:nvPr>
        </p:nvSpPr>
        <p:spPr bwMode="auto">
          <a:xfrm>
            <a:off x="0" y="9293225"/>
            <a:ext cx="2881313" cy="488950"/>
          </a:xfrm>
          <a:prstGeom prst="rect">
            <a:avLst/>
          </a:prstGeom>
          <a:noFill/>
          <a:ln w="9525">
            <a:noFill/>
            <a:miter lim="800000"/>
          </a:ln>
          <a:effectLst/>
        </p:spPr>
        <p:txBody>
          <a:bodyPr vert="horz" wrap="square" lIns="89831" tIns="44915" rIns="89831" bIns="44915" numCol="1" anchor="b" anchorCtr="0" compatLnSpc="1"/>
          <a:lstStyle>
            <a:lvl1pPr algn="l" defTabSz="898525">
              <a:spcBef>
                <a:spcPct val="0"/>
              </a:spcBef>
              <a:buClrTx/>
              <a:buSzTx/>
              <a:buFontTx/>
              <a:buNone/>
              <a:defRPr kumimoji="0" sz="1200" noProof="1">
                <a:solidFill>
                  <a:schemeClr val="tx1"/>
                </a:solidFill>
              </a:defRPr>
            </a:lvl1pPr>
          </a:lstStyle>
          <a:p>
            <a:pPr marL="0" marR="0" lvl="0" indent="0" algn="l" defTabSz="898525"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367" name="Rectangle 7"/>
          <p:cNvSpPr>
            <a:spLocks noGrp="1" noChangeArrowheads="1"/>
          </p:cNvSpPr>
          <p:nvPr>
            <p:ph type="sldNum" sz="quarter" idx="5"/>
          </p:nvPr>
        </p:nvSpPr>
        <p:spPr bwMode="auto">
          <a:xfrm>
            <a:off x="3767138" y="9293225"/>
            <a:ext cx="2881313" cy="488950"/>
          </a:xfrm>
          <a:prstGeom prst="rect">
            <a:avLst/>
          </a:prstGeom>
          <a:noFill/>
          <a:ln w="9525">
            <a:noFill/>
            <a:miter lim="800000"/>
          </a:ln>
          <a:effectLst/>
        </p:spPr>
        <p:txBody>
          <a:bodyPr vert="horz" wrap="square" lIns="89831" tIns="44915" rIns="89831" bIns="44915" numCol="1" anchor="b" anchorCtr="0" compatLnSpc="1"/>
          <a:lstStyle>
            <a:lvl1pPr algn="r" defTabSz="898525">
              <a:defRPr kumimoji="0" sz="1200" noProof="1">
                <a:solidFill>
                  <a:schemeClr val="tx1"/>
                </a:solidFill>
              </a:defRPr>
            </a:lvl1pPr>
          </a:lstStyle>
          <a:p>
            <a:pPr marL="0" marR="0" lvl="0" indent="0" algn="r" defTabSz="898525" rtl="0" eaLnBrk="1" fontAlgn="base" latinLnBrk="0" hangingPunct="1">
              <a:lnSpc>
                <a:spcPct val="100000"/>
              </a:lnSpc>
              <a:spcBef>
                <a:spcPct val="0"/>
              </a:spcBef>
              <a:spcAft>
                <a:spcPct val="0"/>
              </a:spcAft>
              <a:buClrTx/>
              <a:buSzTx/>
              <a:buFontTx/>
              <a:buNone/>
              <a:defRPr/>
            </a:pPr>
            <a:fld id="{64BC69A5-1561-4E62-BE71-BCF0572DD5BD}" type="slidenum">
              <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Rectangle 7"/>
          <p:cNvSpPr txBox="1">
            <a:spLocks noGrp="1"/>
          </p:cNvSpPr>
          <p:nvPr>
            <p:ph type="sldNum" sz="quarter"/>
          </p:nvPr>
        </p:nvSpPr>
        <p:spPr>
          <a:xfrm>
            <a:off x="3767138" y="9293225"/>
            <a:ext cx="2881312" cy="488950"/>
          </a:xfrm>
          <a:prstGeom prst="rect">
            <a:avLst/>
          </a:prstGeom>
          <a:noFill/>
          <a:ln w="9525">
            <a:noFill/>
          </a:ln>
        </p:spPr>
        <p:txBody>
          <a:bodyPr vert="horz" wrap="square" lIns="89831" tIns="44915" rIns="89831" bIns="44915" anchor="b" anchorCtr="0"/>
          <a:p>
            <a:pPr lvl="0" algn="r" defTabSz="898525"/>
            <a:fld id="{9A0DB2DC-4C9A-4742-B13C-FB6460FD3503}" type="slidenum">
              <a:rPr lang="" altLang="en-US" sz="1200" dirty="0">
                <a:solidFill>
                  <a:schemeClr val="tx1"/>
                </a:solidFill>
              </a:rPr>
            </a:fld>
            <a:endParaRPr lang="" altLang="en-US" sz="1200" dirty="0">
              <a:solidFill>
                <a:schemeClr val="tx1"/>
              </a:solidFill>
            </a:endParaRPr>
          </a:p>
        </p:txBody>
      </p:sp>
      <p:sp>
        <p:nvSpPr>
          <p:cNvPr id="5122" name="Rectangle 2"/>
          <p:cNvSpPr>
            <a:spLocks noTextEdit="1"/>
          </p:cNvSpPr>
          <p:nvPr>
            <p:ph type="sldImg"/>
          </p:nvPr>
        </p:nvSpPr>
        <p:spPr>
          <a:ln/>
        </p:spPr>
      </p:sp>
      <p:sp>
        <p:nvSpPr>
          <p:cNvPr id="5123" name="Rectangle 3"/>
          <p:cNvSpPr>
            <a:spLocks noGrp="1"/>
          </p:cNvSpPr>
          <p:nvPr>
            <p:ph type="body"/>
          </p:nvPr>
        </p:nvSpPr>
        <p:spPr>
          <a:xfrm>
            <a:off x="885825" y="4646613"/>
            <a:ext cx="4876800" cy="4402137"/>
          </a:xfrm>
          <a:ln/>
        </p:spPr>
        <p:txBody>
          <a:bodyPr wrap="square" lIns="89831" tIns="44915" rIns="89831" bIns="44915" anchor="t" anchorCtr="0"/>
          <a:p>
            <a:pPr lvl="0"/>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Rectangle 7"/>
          <p:cNvSpPr txBox="1">
            <a:spLocks noGrp="1"/>
          </p:cNvSpPr>
          <p:nvPr>
            <p:ph type="sldNum" sz="quarter"/>
          </p:nvPr>
        </p:nvSpPr>
        <p:spPr>
          <a:xfrm>
            <a:off x="3767138" y="9293225"/>
            <a:ext cx="2881312" cy="488950"/>
          </a:xfrm>
          <a:prstGeom prst="rect">
            <a:avLst/>
          </a:prstGeom>
          <a:noFill/>
          <a:ln w="9525">
            <a:noFill/>
          </a:ln>
        </p:spPr>
        <p:txBody>
          <a:bodyPr vert="horz" wrap="square" lIns="89831" tIns="44915" rIns="89831" bIns="44915" anchor="b" anchorCtr="0"/>
          <a:p>
            <a:pPr lvl="0" algn="r" defTabSz="898525"/>
            <a:fld id="{9A0DB2DC-4C9A-4742-B13C-FB6460FD3503}" type="slidenum">
              <a:rPr lang="" altLang="en-US" sz="1200" dirty="0">
                <a:solidFill>
                  <a:schemeClr val="tx1"/>
                </a:solidFill>
              </a:rPr>
            </a:fld>
            <a:endParaRPr lang="" altLang="en-US" sz="1200" dirty="0">
              <a:solidFill>
                <a:schemeClr val="tx1"/>
              </a:solidFill>
            </a:endParaRPr>
          </a:p>
        </p:txBody>
      </p:sp>
      <p:sp>
        <p:nvSpPr>
          <p:cNvPr id="7170" name="Rectangle 2"/>
          <p:cNvSpPr>
            <a:spLocks noTextEdit="1"/>
          </p:cNvSpPr>
          <p:nvPr>
            <p:ph type="sldImg"/>
          </p:nvPr>
        </p:nvSpPr>
        <p:spPr>
          <a:ln/>
        </p:spPr>
      </p:sp>
      <p:sp>
        <p:nvSpPr>
          <p:cNvPr id="7171" name="Rectangle 3"/>
          <p:cNvSpPr>
            <a:spLocks noGrp="1"/>
          </p:cNvSpPr>
          <p:nvPr>
            <p:ph type="body"/>
          </p:nvPr>
        </p:nvSpPr>
        <p:spPr>
          <a:xfrm>
            <a:off x="885825" y="4646613"/>
            <a:ext cx="4876800" cy="4402137"/>
          </a:xfrm>
          <a:ln/>
        </p:spPr>
        <p:txBody>
          <a:bodyPr wrap="square" lIns="89831" tIns="44915" rIns="89831" bIns="44915" anchor="t" anchorCtr="0"/>
          <a:p>
            <a:pPr lvl="0"/>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Rectangle 7"/>
          <p:cNvSpPr txBox="1">
            <a:spLocks noGrp="1"/>
          </p:cNvSpPr>
          <p:nvPr>
            <p:ph type="sldNum" sz="quarter"/>
          </p:nvPr>
        </p:nvSpPr>
        <p:spPr>
          <a:xfrm>
            <a:off x="3767138" y="9293225"/>
            <a:ext cx="2881312" cy="488950"/>
          </a:xfrm>
          <a:prstGeom prst="rect">
            <a:avLst/>
          </a:prstGeom>
          <a:noFill/>
          <a:ln w="9525">
            <a:noFill/>
          </a:ln>
        </p:spPr>
        <p:txBody>
          <a:bodyPr vert="horz" wrap="square" lIns="89831" tIns="44915" rIns="89831" bIns="44915" anchor="b" anchorCtr="0"/>
          <a:p>
            <a:pPr lvl="0" algn="r" defTabSz="898525"/>
            <a:fld id="{9A0DB2DC-4C9A-4742-B13C-FB6460FD3503}" type="slidenum">
              <a:rPr lang="" altLang="en-US" sz="1200" dirty="0">
                <a:solidFill>
                  <a:schemeClr val="tx1"/>
                </a:solidFill>
              </a:rPr>
            </a:fld>
            <a:endParaRPr lang="" altLang="en-US" sz="1200" dirty="0">
              <a:solidFill>
                <a:schemeClr val="tx1"/>
              </a:solidFill>
            </a:endParaRPr>
          </a:p>
        </p:txBody>
      </p:sp>
      <p:sp>
        <p:nvSpPr>
          <p:cNvPr id="11266" name="Rectangle 2"/>
          <p:cNvSpPr>
            <a:spLocks noTextEdit="1"/>
          </p:cNvSpPr>
          <p:nvPr>
            <p:ph type="sldImg"/>
          </p:nvPr>
        </p:nvSpPr>
        <p:spPr>
          <a:ln/>
        </p:spPr>
      </p:sp>
      <p:sp>
        <p:nvSpPr>
          <p:cNvPr id="11267" name="Rectangle 3"/>
          <p:cNvSpPr>
            <a:spLocks noGrp="1"/>
          </p:cNvSpPr>
          <p:nvPr>
            <p:ph type="body"/>
          </p:nvPr>
        </p:nvSpPr>
        <p:spPr>
          <a:xfrm>
            <a:off x="885825" y="4646613"/>
            <a:ext cx="4876800" cy="4402137"/>
          </a:xfrm>
          <a:ln/>
        </p:spPr>
        <p:txBody>
          <a:bodyPr wrap="square" lIns="89831" tIns="44915" rIns="89831" bIns="44915" anchor="t" anchorCtr="0"/>
          <a:p>
            <a:pPr lvl="0"/>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Rectangle 7"/>
          <p:cNvSpPr txBox="1">
            <a:spLocks noGrp="1"/>
          </p:cNvSpPr>
          <p:nvPr>
            <p:ph type="sldNum" sz="quarter"/>
          </p:nvPr>
        </p:nvSpPr>
        <p:spPr>
          <a:xfrm>
            <a:off x="3767138" y="9293225"/>
            <a:ext cx="2881312" cy="488950"/>
          </a:xfrm>
          <a:prstGeom prst="rect">
            <a:avLst/>
          </a:prstGeom>
          <a:noFill/>
          <a:ln w="9525">
            <a:noFill/>
          </a:ln>
        </p:spPr>
        <p:txBody>
          <a:bodyPr vert="horz" wrap="square" lIns="89831" tIns="44915" rIns="89831" bIns="44915" anchor="b" anchorCtr="0"/>
          <a:p>
            <a:pPr lvl="0" algn="r" defTabSz="898525"/>
            <a:fld id="{9A0DB2DC-4C9A-4742-B13C-FB6460FD3503}" type="slidenum">
              <a:rPr lang="" altLang="en-US" sz="1200" dirty="0">
                <a:solidFill>
                  <a:schemeClr val="tx1"/>
                </a:solidFill>
              </a:rPr>
            </a:fld>
            <a:endParaRPr lang="" altLang="en-US" sz="1200" dirty="0">
              <a:solidFill>
                <a:schemeClr val="tx1"/>
              </a:solidFill>
            </a:endParaRPr>
          </a:p>
        </p:txBody>
      </p:sp>
      <p:sp>
        <p:nvSpPr>
          <p:cNvPr id="13314" name="Rectangle 2"/>
          <p:cNvSpPr>
            <a:spLocks noTextEdit="1"/>
          </p:cNvSpPr>
          <p:nvPr>
            <p:ph type="sldImg"/>
          </p:nvPr>
        </p:nvSpPr>
        <p:spPr>
          <a:solidFill>
            <a:srgbClr val="FFFFFF"/>
          </a:solidFill>
          <a:ln/>
        </p:spPr>
      </p:sp>
      <p:sp>
        <p:nvSpPr>
          <p:cNvPr id="13315" name="Rectangle 3"/>
          <p:cNvSpPr/>
          <p:nvPr>
            <p:ph type="body"/>
          </p:nvPr>
        </p:nvSpPr>
        <p:spPr>
          <a:xfrm>
            <a:off x="885825" y="4646613"/>
            <a:ext cx="4876800" cy="4402137"/>
          </a:xfrm>
          <a:solidFill>
            <a:srgbClr val="FFFFFF"/>
          </a:solidFill>
          <a:ln>
            <a:solidFill>
              <a:srgbClr val="000000"/>
            </a:solidFill>
            <a:miter/>
          </a:ln>
        </p:spPr>
        <p:txBody>
          <a:bodyPr wrap="square" lIns="89831" tIns="44915" rIns="89831" bIns="44915" anchor="t" anchorCtr="0"/>
          <a:p>
            <a:pPr lvl="0"/>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2200695-7452-437E-8F35-DE89F7EA2AC6}" type="slidenum">
              <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rPr>
            </a:fld>
            <a:endPar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2200695-7452-437E-8F35-DE89F7EA2AC6}" type="slidenum">
              <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rPr>
            </a:fld>
            <a:endPar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2200695-7452-437E-8F35-DE89F7EA2AC6}" type="slidenum">
              <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rPr>
            </a:fld>
            <a:endPar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381000" y="1295400"/>
            <a:ext cx="41910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724400" y="1295400"/>
            <a:ext cx="41910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2200695-7452-437E-8F35-DE89F7EA2AC6}" type="slidenum">
              <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rPr>
            </a:fld>
            <a:endPar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灯片编号占位符 6"/>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2200695-7452-437E-8F35-DE89F7EA2AC6}" type="slidenum">
              <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rPr>
            </a:fld>
            <a:endPar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灯片编号占位符 2"/>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2200695-7452-437E-8F35-DE89F7EA2AC6}" type="slidenum">
              <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rPr>
            </a:fld>
            <a:endPar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2200695-7452-437E-8F35-DE89F7EA2AC6}" type="slidenum">
              <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rPr>
            </a:fld>
            <a:endPar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2200695-7452-437E-8F35-DE89F7EA2AC6}" type="slidenum">
              <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rPr>
            </a:fld>
            <a:endPar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32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灯片编号占位符 4"/>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2200695-7452-437E-8F35-DE89F7EA2AC6}" type="slidenum">
              <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rPr>
            </a:fld>
            <a:endPar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2200695-7452-437E-8F35-DE89F7EA2AC6}" type="slidenum">
              <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rPr>
            </a:fld>
            <a:endPar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97675" y="304800"/>
            <a:ext cx="2138363" cy="60198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381000" y="304800"/>
            <a:ext cx="6264275" cy="60198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灯片编号占位符 3"/>
          <p:cNvSpPr>
            <a:spLocks noGrp="1"/>
          </p:cNvSpPr>
          <p:nvPr>
            <p:ph type="sldNum" sz="quarter" idx="10"/>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2200695-7452-437E-8F35-DE89F7EA2AC6}" type="slidenum">
              <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rPr>
            </a:fld>
            <a:endPar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52592" name="Rectangle 16"/>
          <p:cNvSpPr>
            <a:spLocks noGrp="1" noChangeArrowheads="1"/>
          </p:cNvSpPr>
          <p:nvPr>
            <p:ph type="sldNum" sz="quarter" idx="4"/>
          </p:nvPr>
        </p:nvSpPr>
        <p:spPr bwMode="auto">
          <a:xfrm>
            <a:off x="7620000" y="6400800"/>
            <a:ext cx="1524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0" sz="1200" b="1" i="1" noProof="1">
                <a:latin typeface="Arial Narrow" panose="020B060602020203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72200695-7452-437E-8F35-DE89F7EA2AC6}" type="slidenum">
              <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rPr>
            </a:fld>
            <a:endPar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endParaRPr>
          </a:p>
        </p:txBody>
      </p:sp>
      <p:sp>
        <p:nvSpPr>
          <p:cNvPr id="1027" name="Rectangle 2"/>
          <p:cNvSpPr/>
          <p:nvPr/>
        </p:nvSpPr>
        <p:spPr>
          <a:xfrm>
            <a:off x="457200" y="762000"/>
            <a:ext cx="438150" cy="474663"/>
          </a:xfrm>
          <a:prstGeom prst="rect">
            <a:avLst/>
          </a:prstGeom>
          <a:solidFill>
            <a:schemeClr val="accent2"/>
          </a:solidFill>
          <a:ln w="9525">
            <a:noFill/>
          </a:ln>
        </p:spPr>
        <p:txBody>
          <a:bodyPr wrap="none" anchor="ctr" anchorCtr="0"/>
          <a:p>
            <a:pPr lvl="0" algn="ctr" eaLnBrk="1" hangingPunct="1"/>
            <a:endParaRPr lang="zh-CN" altLang="en-US" sz="2400" dirty="0">
              <a:solidFill>
                <a:schemeClr val="tx1"/>
              </a:solidFill>
              <a:latin typeface="Tahoma" panose="020B0604030504040204" pitchFamily="34" charset="0"/>
            </a:endParaRPr>
          </a:p>
        </p:txBody>
      </p:sp>
      <p:sp>
        <p:nvSpPr>
          <p:cNvPr id="1028" name="Rectangle 3"/>
          <p:cNvSpPr/>
          <p:nvPr/>
        </p:nvSpPr>
        <p:spPr>
          <a:xfrm>
            <a:off x="762000" y="838200"/>
            <a:ext cx="328613" cy="474663"/>
          </a:xfrm>
          <a:prstGeom prst="rect">
            <a:avLst/>
          </a:prstGeom>
          <a:gradFill rotWithShape="0">
            <a:gsLst>
              <a:gs pos="0">
                <a:schemeClr val="accent2"/>
              </a:gs>
              <a:gs pos="100000">
                <a:schemeClr val="bg1"/>
              </a:gs>
            </a:gsLst>
            <a:lin ang="0" scaled="1"/>
            <a:tileRect/>
          </a:gradFill>
          <a:ln w="9525">
            <a:noFill/>
          </a:ln>
        </p:spPr>
        <p:txBody>
          <a:bodyPr wrap="none" anchor="ctr" anchorCtr="0"/>
          <a:p>
            <a:pPr lvl="0" algn="ctr" eaLnBrk="1" hangingPunct="1"/>
            <a:endParaRPr lang="zh-CN" altLang="en-US" sz="2400" dirty="0">
              <a:solidFill>
                <a:schemeClr val="tx1"/>
              </a:solidFill>
              <a:latin typeface="Tahoma" panose="020B0604030504040204" pitchFamily="34" charset="0"/>
            </a:endParaRPr>
          </a:p>
        </p:txBody>
      </p:sp>
      <p:sp>
        <p:nvSpPr>
          <p:cNvPr id="1029" name="Rectangle 4"/>
          <p:cNvSpPr/>
          <p:nvPr/>
        </p:nvSpPr>
        <p:spPr>
          <a:xfrm>
            <a:off x="533400" y="457200"/>
            <a:ext cx="422275" cy="474663"/>
          </a:xfrm>
          <a:prstGeom prst="rect">
            <a:avLst/>
          </a:prstGeom>
          <a:solidFill>
            <a:schemeClr val="folHlink"/>
          </a:solidFill>
          <a:ln w="9525">
            <a:noFill/>
          </a:ln>
        </p:spPr>
        <p:txBody>
          <a:bodyPr wrap="none" anchor="ctr" anchorCtr="0"/>
          <a:p>
            <a:pPr lvl="0" algn="ctr" eaLnBrk="1" hangingPunct="1"/>
            <a:endParaRPr lang="zh-CN" altLang="en-US" sz="2400" dirty="0">
              <a:solidFill>
                <a:schemeClr val="tx1"/>
              </a:solidFill>
              <a:latin typeface="Tahoma" panose="020B0604030504040204" pitchFamily="34" charset="0"/>
            </a:endParaRPr>
          </a:p>
        </p:txBody>
      </p:sp>
      <p:sp>
        <p:nvSpPr>
          <p:cNvPr id="1030" name="Rectangle 5"/>
          <p:cNvSpPr/>
          <p:nvPr/>
        </p:nvSpPr>
        <p:spPr>
          <a:xfrm>
            <a:off x="304800" y="381000"/>
            <a:ext cx="368300" cy="474663"/>
          </a:xfrm>
          <a:prstGeom prst="rect">
            <a:avLst/>
          </a:prstGeom>
          <a:gradFill rotWithShape="0">
            <a:gsLst>
              <a:gs pos="0">
                <a:schemeClr val="folHlink"/>
              </a:gs>
              <a:gs pos="100000">
                <a:schemeClr val="bg1"/>
              </a:gs>
            </a:gsLst>
            <a:lin ang="0" scaled="1"/>
            <a:tileRect/>
          </a:gradFill>
          <a:ln w="9525">
            <a:noFill/>
          </a:ln>
        </p:spPr>
        <p:txBody>
          <a:bodyPr wrap="none" anchor="ctr" anchorCtr="0"/>
          <a:p>
            <a:pPr lvl="0" algn="ctr" eaLnBrk="1" hangingPunct="1"/>
            <a:endParaRPr lang="zh-CN" altLang="en-US" sz="2400" dirty="0">
              <a:solidFill>
                <a:schemeClr val="tx1"/>
              </a:solidFill>
              <a:latin typeface="Tahoma" panose="020B0604030504040204" pitchFamily="34" charset="0"/>
            </a:endParaRPr>
          </a:p>
        </p:txBody>
      </p:sp>
      <p:sp>
        <p:nvSpPr>
          <p:cNvPr id="1031" name="Rectangle 6"/>
          <p:cNvSpPr/>
          <p:nvPr/>
        </p:nvSpPr>
        <p:spPr>
          <a:xfrm>
            <a:off x="0" y="685800"/>
            <a:ext cx="560388" cy="422275"/>
          </a:xfrm>
          <a:prstGeom prst="rect">
            <a:avLst/>
          </a:prstGeom>
          <a:gradFill rotWithShape="0">
            <a:gsLst>
              <a:gs pos="0">
                <a:schemeClr val="bg1"/>
              </a:gs>
              <a:gs pos="100000">
                <a:schemeClr val="hlink"/>
              </a:gs>
            </a:gsLst>
            <a:lin ang="18900000" scaled="1"/>
            <a:tileRect/>
          </a:gradFill>
          <a:ln w="9525">
            <a:noFill/>
          </a:ln>
        </p:spPr>
        <p:txBody>
          <a:bodyPr wrap="none" anchor="ctr" anchorCtr="0"/>
          <a:p>
            <a:pPr lvl="0" algn="ctr" eaLnBrk="1" hangingPunct="1"/>
            <a:endParaRPr lang="zh-CN" altLang="en-US" sz="2400" dirty="0">
              <a:solidFill>
                <a:schemeClr val="tx1"/>
              </a:solidFill>
              <a:latin typeface="Tahoma" panose="020B0604030504040204" pitchFamily="34" charset="0"/>
            </a:endParaRPr>
          </a:p>
        </p:txBody>
      </p:sp>
      <p:sp>
        <p:nvSpPr>
          <p:cNvPr id="1032" name="Rectangle 7"/>
          <p:cNvSpPr/>
          <p:nvPr/>
        </p:nvSpPr>
        <p:spPr>
          <a:xfrm>
            <a:off x="914400" y="381000"/>
            <a:ext cx="31750" cy="1052513"/>
          </a:xfrm>
          <a:prstGeom prst="rect">
            <a:avLst/>
          </a:prstGeom>
          <a:solidFill>
            <a:schemeClr val="bg2"/>
          </a:solidFill>
          <a:ln w="9525">
            <a:noFill/>
          </a:ln>
        </p:spPr>
        <p:txBody>
          <a:bodyPr wrap="none" anchor="ctr" anchorCtr="0"/>
          <a:p>
            <a:pPr lvl="0" algn="ctr" eaLnBrk="1" hangingPunct="1"/>
            <a:endParaRPr lang="zh-CN" altLang="en-US" sz="2400" dirty="0">
              <a:solidFill>
                <a:schemeClr val="tx1"/>
              </a:solidFill>
              <a:latin typeface="Tahoma" panose="020B0604030504040204" pitchFamily="34" charset="0"/>
            </a:endParaRPr>
          </a:p>
        </p:txBody>
      </p:sp>
      <p:sp>
        <p:nvSpPr>
          <p:cNvPr id="1033" name="Rectangle 8"/>
          <p:cNvSpPr/>
          <p:nvPr/>
        </p:nvSpPr>
        <p:spPr>
          <a:xfrm>
            <a:off x="609600" y="1219200"/>
            <a:ext cx="8226425" cy="31750"/>
          </a:xfrm>
          <a:prstGeom prst="rect">
            <a:avLst/>
          </a:prstGeom>
          <a:gradFill rotWithShape="0">
            <a:gsLst>
              <a:gs pos="0">
                <a:schemeClr val="bg2"/>
              </a:gs>
              <a:gs pos="100000">
                <a:schemeClr val="bg1"/>
              </a:gs>
            </a:gsLst>
            <a:lin ang="0" scaled="1"/>
            <a:tileRect/>
          </a:gradFill>
          <a:ln w="9525">
            <a:noFill/>
          </a:ln>
        </p:spPr>
        <p:txBody>
          <a:bodyPr wrap="none" anchor="ctr" anchorCtr="0"/>
          <a:p>
            <a:pPr lvl="0" algn="ctr" eaLnBrk="1" hangingPunct="1"/>
            <a:endParaRPr lang="zh-CN" altLang="en-US" sz="2400" dirty="0">
              <a:solidFill>
                <a:schemeClr val="tx1"/>
              </a:solidFill>
              <a:latin typeface="Tahoma" panose="020B0604030504040204" pitchFamily="34" charset="0"/>
            </a:endParaRPr>
          </a:p>
        </p:txBody>
      </p:sp>
      <p:sp>
        <p:nvSpPr>
          <p:cNvPr id="1034" name="Rectangle 9"/>
          <p:cNvSpPr>
            <a:spLocks noGrp="1"/>
          </p:cNvSpPr>
          <p:nvPr>
            <p:ph type="title"/>
          </p:nvPr>
        </p:nvSpPr>
        <p:spPr>
          <a:xfrm>
            <a:off x="1143000" y="304800"/>
            <a:ext cx="7793038" cy="838200"/>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1035" name="Rectangle 10"/>
          <p:cNvSpPr>
            <a:spLocks noGrp="1"/>
          </p:cNvSpPr>
          <p:nvPr>
            <p:ph type="body"/>
          </p:nvPr>
        </p:nvSpPr>
        <p:spPr>
          <a:xfrm>
            <a:off x="381000" y="1295400"/>
            <a:ext cx="8534400" cy="5029200"/>
          </a:xfrm>
          <a:prstGeom prst="rect">
            <a:avLst/>
          </a:prstGeom>
          <a:noFill/>
          <a:ln w="9525">
            <a:noFill/>
          </a:ln>
        </p:spPr>
        <p:txBody>
          <a:bodyPr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52591" name="Rectangle 15"/>
          <p:cNvSpPr>
            <a:spLocks noGrp="1" noChangeArrowheads="1"/>
          </p:cNvSpPr>
          <p:nvPr>
            <p:ph type="ftr" sz="quarter" idx="3"/>
          </p:nvPr>
        </p:nvSpPr>
        <p:spPr bwMode="auto">
          <a:xfrm>
            <a:off x="1447800" y="6400800"/>
            <a:ext cx="64008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lnSpc>
                <a:spcPct val="110000"/>
              </a:lnSpc>
              <a:spcBef>
                <a:spcPct val="0"/>
              </a:spcBef>
              <a:buClrTx/>
              <a:buSzTx/>
              <a:buFontTx/>
              <a:buNone/>
              <a:defRPr sz="1200" b="1" i="1" noProof="1">
                <a:latin typeface="Arial Narrow" panose="020B0606020202030204" pitchFamily="34" charset="0"/>
              </a:defRPr>
            </a:lvl1pPr>
          </a:lstStyle>
          <a:p>
            <a:pPr marL="0" marR="0" lvl="0" indent="0" algn="ctr" defTabSz="914400" rtl="0" eaLnBrk="1" fontAlgn="base" latinLnBrk="0" hangingPunct="1">
              <a:lnSpc>
                <a:spcPct val="110000"/>
              </a:lnSpc>
              <a:spcBef>
                <a:spcPct val="0"/>
              </a:spcBef>
              <a:spcAft>
                <a:spcPct val="0"/>
              </a:spcAft>
              <a:buClrTx/>
              <a:buSzTx/>
              <a:buFontTx/>
              <a:buNone/>
              <a:defRPr/>
            </a:pPr>
            <a:r>
              <a:rPr kumimoji="0" lang="en-US" altLang="zh-CN"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rPr>
              <a:t>School of Computer Science, BUPT</a:t>
            </a:r>
            <a:endParaRPr kumimoji="0" lang="zh-CN" altLang="en-US" sz="1200" b="1" i="1" u="none" strike="noStrike" kern="1200" cap="none" spc="0" normalizeH="0" baseline="0" noProof="1">
              <a:ln>
                <a:noFill/>
              </a:ln>
              <a:solidFill>
                <a:srgbClr val="009999"/>
              </a:solidFill>
              <a:effectLst/>
              <a:uLnTx/>
              <a:uFillTx/>
              <a:latin typeface="Arial Narrow" panose="020B0606020202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Copperplate Gothic Light" panose="020E0507020206020404" pitchFamily="34" charset="0"/>
          <a:ea typeface="宋体" panose="02010600030101010101" pitchFamily="2" charset="-122"/>
        </a:defRPr>
      </a:lvl2pPr>
      <a:lvl3pPr algn="l" rtl="0" eaLnBrk="0" fontAlgn="base" hangingPunct="0">
        <a:spcBef>
          <a:spcPct val="0"/>
        </a:spcBef>
        <a:spcAft>
          <a:spcPct val="0"/>
        </a:spcAft>
        <a:defRPr sz="3600">
          <a:solidFill>
            <a:schemeClr val="tx2"/>
          </a:solidFill>
          <a:latin typeface="Copperplate Gothic Light" panose="020E0507020206020404" pitchFamily="34" charset="0"/>
          <a:ea typeface="宋体" panose="02010600030101010101" pitchFamily="2" charset="-122"/>
        </a:defRPr>
      </a:lvl3pPr>
      <a:lvl4pPr algn="l" rtl="0" eaLnBrk="0" fontAlgn="base" hangingPunct="0">
        <a:spcBef>
          <a:spcPct val="0"/>
        </a:spcBef>
        <a:spcAft>
          <a:spcPct val="0"/>
        </a:spcAft>
        <a:defRPr sz="3600">
          <a:solidFill>
            <a:schemeClr val="tx2"/>
          </a:solidFill>
          <a:latin typeface="Copperplate Gothic Light" panose="020E0507020206020404" pitchFamily="34" charset="0"/>
          <a:ea typeface="宋体" panose="02010600030101010101" pitchFamily="2" charset="-122"/>
        </a:defRPr>
      </a:lvl4pPr>
      <a:lvl5pPr algn="l" rtl="0" eaLnBrk="0" fontAlgn="base" hangingPunct="0">
        <a:spcBef>
          <a:spcPct val="0"/>
        </a:spcBef>
        <a:spcAft>
          <a:spcPct val="0"/>
        </a:spcAft>
        <a:defRPr sz="3600">
          <a:solidFill>
            <a:schemeClr val="tx2"/>
          </a:solidFill>
          <a:latin typeface="Copperplate Gothic Light" panose="020E0507020206020404" pitchFamily="34" charset="0"/>
          <a:ea typeface="宋体" panose="02010600030101010101" pitchFamily="2" charset="-122"/>
        </a:defRPr>
      </a:lvl5pPr>
      <a:lvl6pPr marL="457200" algn="l" rtl="0" fontAlgn="base">
        <a:spcBef>
          <a:spcPct val="0"/>
        </a:spcBef>
        <a:spcAft>
          <a:spcPct val="0"/>
        </a:spcAft>
        <a:defRPr kumimoji="1" sz="3600">
          <a:solidFill>
            <a:schemeClr val="tx2"/>
          </a:solidFill>
          <a:latin typeface="Copperplate Gothic Light" panose="020E0507020206020404" pitchFamily="34" charset="0"/>
          <a:ea typeface="宋体" panose="02010600030101010101" pitchFamily="2" charset="-122"/>
        </a:defRPr>
      </a:lvl6pPr>
      <a:lvl7pPr marL="914400" algn="l" rtl="0" fontAlgn="base">
        <a:spcBef>
          <a:spcPct val="0"/>
        </a:spcBef>
        <a:spcAft>
          <a:spcPct val="0"/>
        </a:spcAft>
        <a:defRPr kumimoji="1" sz="3600">
          <a:solidFill>
            <a:schemeClr val="tx2"/>
          </a:solidFill>
          <a:latin typeface="Copperplate Gothic Light" panose="020E0507020206020404" pitchFamily="34" charset="0"/>
          <a:ea typeface="宋体" panose="02010600030101010101" pitchFamily="2" charset="-122"/>
        </a:defRPr>
      </a:lvl7pPr>
      <a:lvl8pPr marL="1371600" algn="l" rtl="0" fontAlgn="base">
        <a:spcBef>
          <a:spcPct val="0"/>
        </a:spcBef>
        <a:spcAft>
          <a:spcPct val="0"/>
        </a:spcAft>
        <a:defRPr kumimoji="1" sz="3600">
          <a:solidFill>
            <a:schemeClr val="tx2"/>
          </a:solidFill>
          <a:latin typeface="Copperplate Gothic Light" panose="020E0507020206020404" pitchFamily="34" charset="0"/>
          <a:ea typeface="宋体" panose="02010600030101010101" pitchFamily="2" charset="-122"/>
        </a:defRPr>
      </a:lvl8pPr>
      <a:lvl9pPr marL="1828800" algn="l" rtl="0" fontAlgn="base">
        <a:spcBef>
          <a:spcPct val="0"/>
        </a:spcBef>
        <a:spcAft>
          <a:spcPct val="0"/>
        </a:spcAft>
        <a:defRPr kumimoji="1" sz="3600">
          <a:solidFill>
            <a:schemeClr val="tx2"/>
          </a:solidFill>
          <a:latin typeface="Copperplate Gothic Light" panose="020E05070202060204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4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4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vmlDrawing" Target="../drawings/vmlDrawing1.vml"/><Relationship Id="rId7"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7" name="灯片编号占位符 3"/>
          <p:cNvSpPr>
            <a:spLocks noGrp="1"/>
          </p:cNvSpPr>
          <p:nvPr>
            <p:ph type="sldNum" sz="quarter" idx="10"/>
          </p:nvPr>
        </p:nvSpPr>
        <p:spPr>
          <a:ln/>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rgbClr val="009999"/>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5pPr>
          </a:lstStyle>
          <a:p>
            <a:pPr lvl="0" algn="r" eaLnBrk="1" hangingPunct="1">
              <a:buSzTx/>
            </a:pPr>
            <a:fld id="{9A0DB2DC-4C9A-4742-B13C-FB6460FD3503}" type="slidenum">
              <a:rPr lang="" altLang="en-US" sz="1200" b="1" i="1" dirty="0">
                <a:latin typeface="Arial Narrow" panose="020B0606020202030204" pitchFamily="34" charset="0"/>
              </a:rPr>
            </a:fld>
            <a:endParaRPr lang="" altLang="en-US" sz="1200" b="1" i="1" dirty="0">
              <a:latin typeface="Arial Narrow" panose="020B0606020202030204" pitchFamily="34" charset="0"/>
            </a:endParaRPr>
          </a:p>
        </p:txBody>
      </p:sp>
      <p:sp>
        <p:nvSpPr>
          <p:cNvPr id="4098" name="页脚占位符 4"/>
          <p:cNvSpPr>
            <a:spLocks noGrp="1"/>
          </p:cNvSpPr>
          <p:nvPr>
            <p:ph type="ftr" sz="quarter" idx="11"/>
          </p:nvPr>
        </p:nvSpPr>
        <p:spPr>
          <a:ln/>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rgbClr val="009999"/>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buClrTx/>
              <a:buFontTx/>
            </a:pPr>
            <a:r>
              <a:rPr lang="" altLang="zh-CN" sz="1200" b="1" i="1" dirty="0">
                <a:latin typeface="Arial Narrow" panose="020B0606020202030204" pitchFamily="34" charset="0"/>
              </a:rPr>
              <a:t>School of Computer Science, BUPT</a:t>
            </a:r>
            <a:endParaRPr lang="" altLang="en-US" sz="1200" b="1" i="1" dirty="0">
              <a:latin typeface="Arial Narrow" panose="020B0606020202030204" pitchFamily="34" charset="0"/>
            </a:endParaRPr>
          </a:p>
        </p:txBody>
      </p:sp>
      <p:sp>
        <p:nvSpPr>
          <p:cNvPr id="4099" name="Rectangle 2"/>
          <p:cNvSpPr>
            <a:spLocks noGrp="1"/>
          </p:cNvSpPr>
          <p:nvPr>
            <p:ph type="title"/>
          </p:nvPr>
        </p:nvSpPr>
        <p:spPr>
          <a:xfrm>
            <a:off x="971550" y="304800"/>
            <a:ext cx="7793038" cy="838200"/>
          </a:xfrm>
          <a:ln/>
        </p:spPr>
        <p:txBody>
          <a:bodyPr vert="horz" wrap="square" lIns="91440" tIns="45720" rIns="91440" bIns="45720" anchor="b" anchorCtr="0"/>
          <a:p>
            <a:pPr eaLnBrk="1" hangingPunct="1"/>
            <a:r>
              <a:rPr lang="zh-CN" altLang="en-US" b="1" dirty="0">
                <a:solidFill>
                  <a:srgbClr val="800080"/>
                </a:solidFill>
                <a:latin typeface="Times New Roman" panose="02020603050405020304" pitchFamily="18" charset="0"/>
              </a:rPr>
              <a:t>§4.3  </a:t>
            </a:r>
            <a:r>
              <a:rPr lang="en-US" altLang="zh-CN" b="1" dirty="0">
                <a:solidFill>
                  <a:srgbClr val="800080"/>
                </a:solidFill>
                <a:latin typeface="Times New Roman" panose="02020603050405020304" pitchFamily="18" charset="0"/>
              </a:rPr>
              <a:t>Chomsky</a:t>
            </a:r>
            <a:r>
              <a:rPr lang="zh-CN" altLang="en-US" b="1" dirty="0">
                <a:solidFill>
                  <a:srgbClr val="800080"/>
                </a:solidFill>
                <a:latin typeface="Times New Roman" panose="02020603050405020304" pitchFamily="18" charset="0"/>
              </a:rPr>
              <a:t>范式和</a:t>
            </a:r>
            <a:r>
              <a:rPr lang="en-US" altLang="zh-CN" b="1" dirty="0">
                <a:solidFill>
                  <a:srgbClr val="800080"/>
                </a:solidFill>
                <a:latin typeface="Times New Roman" panose="02020603050405020304" pitchFamily="18" charset="0"/>
              </a:rPr>
              <a:t>Greibach</a:t>
            </a:r>
            <a:r>
              <a:rPr lang="zh-CN" altLang="en-US" b="1" dirty="0">
                <a:solidFill>
                  <a:srgbClr val="800080"/>
                </a:solidFill>
                <a:latin typeface="Times New Roman" panose="02020603050405020304" pitchFamily="18" charset="0"/>
              </a:rPr>
              <a:t>范式</a:t>
            </a:r>
            <a:endParaRPr lang="zh-CN" altLang="en-US" b="1" dirty="0">
              <a:solidFill>
                <a:srgbClr val="800080"/>
              </a:solidFill>
              <a:latin typeface="Arial" panose="020B0604020202020204" pitchFamily="34" charset="0"/>
              <a:ea typeface="楷体_GB2312" pitchFamily="49" charset="-122"/>
            </a:endParaRPr>
          </a:p>
        </p:txBody>
      </p:sp>
      <p:sp>
        <p:nvSpPr>
          <p:cNvPr id="4100" name="Rectangle 3"/>
          <p:cNvSpPr>
            <a:spLocks noGrp="1"/>
          </p:cNvSpPr>
          <p:nvPr>
            <p:ph idx="1"/>
          </p:nvPr>
        </p:nvSpPr>
        <p:spPr>
          <a:xfrm>
            <a:off x="395288" y="1670050"/>
            <a:ext cx="8534400" cy="4495800"/>
          </a:xfrm>
          <a:ln/>
        </p:spPr>
        <p:txBody>
          <a:bodyPr vert="horz" wrap="square" lIns="91440" tIns="45720" rIns="91440" bIns="45720" anchor="t" anchorCtr="0"/>
          <a:p>
            <a:pPr eaLnBrk="1" hangingPunct="1"/>
            <a:r>
              <a:rPr lang="en-US" altLang="zh-CN" sz="3600" b="0" dirty="0">
                <a:solidFill>
                  <a:srgbClr val="333399"/>
                </a:solidFill>
                <a:sym typeface="Symbol" panose="05050102010706020507" pitchFamily="18" charset="2"/>
              </a:rPr>
              <a:t>Chomsky</a:t>
            </a:r>
            <a:r>
              <a:rPr lang="zh-CN" altLang="en-US" sz="3600" b="0" dirty="0">
                <a:solidFill>
                  <a:srgbClr val="333399"/>
                </a:solidFill>
                <a:sym typeface="Symbol" panose="05050102010706020507" pitchFamily="18" charset="2"/>
              </a:rPr>
              <a:t>范式定义</a:t>
            </a:r>
            <a:r>
              <a:rPr lang="zh-CN" altLang="en-US" sz="3600" b="0" dirty="0">
                <a:solidFill>
                  <a:srgbClr val="333399"/>
                </a:solidFill>
                <a:ea typeface="宋体" panose="02010600030101010101" pitchFamily="2" charset="-122"/>
                <a:sym typeface="Symbol" panose="05050102010706020507" pitchFamily="18" charset="2"/>
              </a:rPr>
              <a:t>：</a:t>
            </a:r>
            <a:endParaRPr lang="zh-CN" altLang="en-US" sz="3600" b="0" dirty="0">
              <a:solidFill>
                <a:srgbClr val="333399"/>
              </a:solidFill>
              <a:ea typeface="宋体" panose="02010600030101010101" pitchFamily="2" charset="-122"/>
              <a:sym typeface="Symbol" panose="05050102010706020507" pitchFamily="18" charset="2"/>
            </a:endParaRPr>
          </a:p>
          <a:p>
            <a:pPr lvl="1" eaLnBrk="1" hangingPunct="1">
              <a:lnSpc>
                <a:spcPct val="130000"/>
              </a:lnSpc>
            </a:pPr>
            <a:r>
              <a:rPr lang="zh-CN" altLang="en-US" b="1" dirty="0">
                <a:solidFill>
                  <a:srgbClr val="333399"/>
                </a:solidFill>
                <a:sym typeface="Symbol" panose="05050102010706020507" pitchFamily="18" charset="2"/>
              </a:rPr>
              <a:t> 2型文法</a:t>
            </a:r>
            <a:r>
              <a:rPr lang="en-US" altLang="zh-CN" b="1" dirty="0">
                <a:solidFill>
                  <a:srgbClr val="333399"/>
                </a:solidFill>
                <a:sym typeface="Symbol" panose="05050102010706020507" pitchFamily="18" charset="2"/>
              </a:rPr>
              <a:t>G＝（N，T，P，S），</a:t>
            </a:r>
            <a:r>
              <a:rPr lang="zh-CN" altLang="en-US" b="1" dirty="0">
                <a:solidFill>
                  <a:srgbClr val="333399"/>
                </a:solidFill>
                <a:sym typeface="Symbol" panose="05050102010706020507" pitchFamily="18" charset="2"/>
              </a:rPr>
              <a:t>若生成式形式都是</a:t>
            </a:r>
            <a:r>
              <a:rPr lang="en-US" altLang="zh-CN" b="1" dirty="0">
                <a:solidFill>
                  <a:srgbClr val="333399"/>
                </a:solidFill>
                <a:sym typeface="Symbol" panose="05050102010706020507" pitchFamily="18" charset="2"/>
              </a:rPr>
              <a:t>A→BC</a:t>
            </a:r>
            <a:r>
              <a:rPr lang="zh-CN" altLang="en-US" b="1" dirty="0">
                <a:solidFill>
                  <a:srgbClr val="333399"/>
                </a:solidFill>
                <a:sym typeface="Symbol" panose="05050102010706020507" pitchFamily="18" charset="2"/>
              </a:rPr>
              <a:t>和</a:t>
            </a:r>
            <a:r>
              <a:rPr lang="en-US" altLang="zh-CN" b="1" dirty="0">
                <a:solidFill>
                  <a:srgbClr val="333399"/>
                </a:solidFill>
                <a:sym typeface="Symbol" panose="05050102010706020507" pitchFamily="18" charset="2"/>
              </a:rPr>
              <a:t>A→</a:t>
            </a:r>
            <a:r>
              <a:rPr lang="en-US" altLang="zh-CN" b="1" i="1" dirty="0">
                <a:solidFill>
                  <a:srgbClr val="333399"/>
                </a:solidFill>
                <a:sym typeface="Symbol" panose="05050102010706020507" pitchFamily="18" charset="2"/>
              </a:rPr>
              <a:t>a</a:t>
            </a:r>
            <a:r>
              <a:rPr lang="en-US" altLang="zh-CN" b="1" dirty="0">
                <a:solidFill>
                  <a:srgbClr val="333399"/>
                </a:solidFill>
                <a:sym typeface="Symbol" panose="05050102010706020507" pitchFamily="18" charset="2"/>
              </a:rPr>
              <a:t>，A、B、C∈N，</a:t>
            </a:r>
            <a:r>
              <a:rPr lang="en-US" altLang="zh-CN" b="1" i="1" dirty="0">
                <a:solidFill>
                  <a:srgbClr val="333399"/>
                </a:solidFill>
                <a:sym typeface="Symbol" panose="05050102010706020507" pitchFamily="18" charset="2"/>
              </a:rPr>
              <a:t>a</a:t>
            </a:r>
            <a:r>
              <a:rPr lang="en-US" altLang="zh-CN" b="1" dirty="0">
                <a:solidFill>
                  <a:srgbClr val="333399"/>
                </a:solidFill>
                <a:sym typeface="Symbol" panose="05050102010706020507" pitchFamily="18" charset="2"/>
              </a:rPr>
              <a:t>∈T，</a:t>
            </a:r>
            <a:r>
              <a:rPr lang="zh-CN" altLang="en-US" b="1" dirty="0">
                <a:solidFill>
                  <a:srgbClr val="333399"/>
                </a:solidFill>
                <a:sym typeface="Symbol" panose="05050102010706020507" pitchFamily="18" charset="2"/>
              </a:rPr>
              <a:t>则</a:t>
            </a:r>
            <a:r>
              <a:rPr lang="en-US" altLang="zh-CN" b="1" dirty="0">
                <a:solidFill>
                  <a:srgbClr val="333399"/>
                </a:solidFill>
                <a:sym typeface="Symbol" panose="05050102010706020507" pitchFamily="18" charset="2"/>
              </a:rPr>
              <a:t>G</a:t>
            </a:r>
            <a:r>
              <a:rPr lang="zh-CN" altLang="en-US" b="1" dirty="0">
                <a:solidFill>
                  <a:srgbClr val="333399"/>
                </a:solidFill>
                <a:sym typeface="Symbol" panose="05050102010706020507" pitchFamily="18" charset="2"/>
              </a:rPr>
              <a:t>是</a:t>
            </a:r>
            <a:r>
              <a:rPr lang="en-US" altLang="zh-CN" b="1" dirty="0">
                <a:solidFill>
                  <a:srgbClr val="333399"/>
                </a:solidFill>
                <a:sym typeface="Symbol" panose="05050102010706020507" pitchFamily="18" charset="2"/>
              </a:rPr>
              <a:t>Chomsky</a:t>
            </a:r>
            <a:r>
              <a:rPr lang="zh-CN" altLang="en-US" b="1" dirty="0">
                <a:solidFill>
                  <a:srgbClr val="333399"/>
                </a:solidFill>
                <a:sym typeface="Symbol" panose="05050102010706020507" pitchFamily="18" charset="2"/>
              </a:rPr>
              <a:t>范式。若</a:t>
            </a:r>
            <a:r>
              <a:rPr lang="en-US" altLang="zh-CN" b="1" dirty="0">
                <a:solidFill>
                  <a:srgbClr val="333399"/>
                </a:solidFill>
                <a:sym typeface="Symbol" panose="05050102010706020507" pitchFamily="18" charset="2"/>
              </a:rPr>
              <a:t>ε∈L（G），</a:t>
            </a:r>
            <a:r>
              <a:rPr lang="zh-CN" altLang="en-US" b="1" dirty="0">
                <a:solidFill>
                  <a:srgbClr val="333399"/>
                </a:solidFill>
                <a:sym typeface="Symbol" panose="05050102010706020507" pitchFamily="18" charset="2"/>
              </a:rPr>
              <a:t>则</a:t>
            </a:r>
            <a:r>
              <a:rPr lang="en-US" altLang="zh-CN" b="1" dirty="0">
                <a:solidFill>
                  <a:srgbClr val="333399"/>
                </a:solidFill>
                <a:sym typeface="Symbol" panose="05050102010706020507" pitchFamily="18" charset="2"/>
              </a:rPr>
              <a:t>S→ε</a:t>
            </a:r>
            <a:r>
              <a:rPr lang="zh-CN" altLang="en-US" b="1" dirty="0">
                <a:solidFill>
                  <a:srgbClr val="333399"/>
                </a:solidFill>
                <a:sym typeface="Symbol" panose="05050102010706020507" pitchFamily="18" charset="2"/>
              </a:rPr>
              <a:t>是</a:t>
            </a:r>
            <a:r>
              <a:rPr lang="en-US" altLang="zh-CN" b="1" dirty="0">
                <a:solidFill>
                  <a:srgbClr val="333399"/>
                </a:solidFill>
                <a:sym typeface="Symbol" panose="05050102010706020507" pitchFamily="18" charset="2"/>
              </a:rPr>
              <a:t>P</a:t>
            </a:r>
            <a:r>
              <a:rPr lang="zh-CN" altLang="en-US" b="1" dirty="0">
                <a:solidFill>
                  <a:srgbClr val="333399"/>
                </a:solidFill>
                <a:sym typeface="Symbol" panose="05050102010706020507" pitchFamily="18" charset="2"/>
              </a:rPr>
              <a:t>的一个生成式，但</a:t>
            </a:r>
            <a:r>
              <a:rPr lang="en-US" altLang="zh-CN" b="1" dirty="0">
                <a:solidFill>
                  <a:srgbClr val="333399"/>
                </a:solidFill>
                <a:sym typeface="Symbol" panose="05050102010706020507" pitchFamily="18" charset="2"/>
              </a:rPr>
              <a:t>S</a:t>
            </a:r>
            <a:r>
              <a:rPr lang="zh-CN" altLang="en-US" b="1" dirty="0">
                <a:solidFill>
                  <a:srgbClr val="333399"/>
                </a:solidFill>
                <a:sym typeface="Symbol" panose="05050102010706020507" pitchFamily="18" charset="2"/>
              </a:rPr>
              <a:t>不能在任何其它生成式的右边。</a:t>
            </a:r>
            <a:endParaRPr lang="zh-CN" altLang="en-US" b="1" dirty="0">
              <a:solidFill>
                <a:srgbClr val="333399"/>
              </a:solidFill>
              <a:sym typeface="Symbol" panose="05050102010706020507" pitchFamily="18" charset="2"/>
            </a:endParaRPr>
          </a:p>
          <a:p>
            <a:pPr lvl="1" eaLnBrk="1" hangingPunct="1">
              <a:lnSpc>
                <a:spcPct val="130000"/>
              </a:lnSpc>
            </a:pPr>
            <a:r>
              <a:rPr lang="zh-CN" altLang="en-US" b="1" dirty="0">
                <a:solidFill>
                  <a:srgbClr val="333399"/>
                </a:solidFill>
                <a:sym typeface="Symbol" panose="05050102010706020507" pitchFamily="18" charset="2"/>
              </a:rPr>
              <a:t>每个上下文无关文法都具有等效的</a:t>
            </a:r>
            <a:r>
              <a:rPr lang="en-US" altLang="zh-CN" b="1" dirty="0">
                <a:solidFill>
                  <a:srgbClr val="333399"/>
                </a:solidFill>
                <a:sym typeface="Symbol" panose="05050102010706020507" pitchFamily="18" charset="2"/>
              </a:rPr>
              <a:t>CNF（</a:t>
            </a:r>
            <a:r>
              <a:rPr lang="zh-CN" altLang="en-US" b="1" dirty="0">
                <a:solidFill>
                  <a:srgbClr val="333399"/>
                </a:solidFill>
                <a:sym typeface="Symbol" panose="05050102010706020507" pitchFamily="18" charset="2"/>
              </a:rPr>
              <a:t>定理4.3.1）</a:t>
            </a:r>
            <a:endParaRPr lang="zh-CN" altLang="en-US" b="1" dirty="0">
              <a:solidFill>
                <a:srgbClr val="333399"/>
              </a:solidFill>
              <a:sym typeface="Symbol" panose="05050102010706020507" pitchFamily="18" charset="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灯片编号占位符 3"/>
          <p:cNvSpPr>
            <a:spLocks noGrp="1"/>
          </p:cNvSpPr>
          <p:nvPr>
            <p:ph type="sldNum" sz="quarter" idx="10"/>
          </p:nvPr>
        </p:nvSpPr>
        <p:spPr>
          <a:ln/>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rgbClr val="009999"/>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5pPr>
          </a:lstStyle>
          <a:p>
            <a:pPr lvl="0" algn="r" eaLnBrk="1" hangingPunct="1">
              <a:buSzTx/>
            </a:pPr>
            <a:fld id="{9A0DB2DC-4C9A-4742-B13C-FB6460FD3503}" type="slidenum">
              <a:rPr lang="" altLang="en-US" sz="1200" b="1" i="1" dirty="0">
                <a:latin typeface="Arial Narrow" panose="020B0606020202030204" pitchFamily="34" charset="0"/>
              </a:rPr>
            </a:fld>
            <a:endParaRPr lang="" altLang="en-US" sz="1200" b="1" i="1" dirty="0">
              <a:latin typeface="Arial Narrow" panose="020B0606020202030204" pitchFamily="34" charset="0"/>
            </a:endParaRPr>
          </a:p>
        </p:txBody>
      </p:sp>
      <p:sp>
        <p:nvSpPr>
          <p:cNvPr id="6146" name="页脚占位符 4"/>
          <p:cNvSpPr>
            <a:spLocks noGrp="1"/>
          </p:cNvSpPr>
          <p:nvPr>
            <p:ph type="ftr" sz="quarter" idx="11"/>
          </p:nvPr>
        </p:nvSpPr>
        <p:spPr>
          <a:ln/>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rgbClr val="009999"/>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buClrTx/>
              <a:buFontTx/>
            </a:pPr>
            <a:r>
              <a:rPr lang="" altLang="zh-CN" sz="1200" b="1" i="1" dirty="0">
                <a:latin typeface="Arial Narrow" panose="020B0606020202030204" pitchFamily="34" charset="0"/>
              </a:rPr>
              <a:t>School of Computer Science, BUPT</a:t>
            </a:r>
            <a:endParaRPr lang="" altLang="en-US" sz="1200" b="1" i="1" dirty="0">
              <a:latin typeface="Arial Narrow" panose="020B0606020202030204" pitchFamily="34" charset="0"/>
            </a:endParaRPr>
          </a:p>
        </p:txBody>
      </p:sp>
      <p:sp>
        <p:nvSpPr>
          <p:cNvPr id="6147" name="Rectangle 2"/>
          <p:cNvSpPr>
            <a:spLocks noGrp="1"/>
          </p:cNvSpPr>
          <p:nvPr>
            <p:ph type="title"/>
          </p:nvPr>
        </p:nvSpPr>
        <p:spPr>
          <a:ln/>
        </p:spPr>
        <p:txBody>
          <a:bodyPr vert="horz" wrap="square" lIns="91440" tIns="45720" rIns="91440" bIns="45720" anchor="b" anchorCtr="0"/>
          <a:p>
            <a:pPr eaLnBrk="1" hangingPunct="1"/>
            <a:r>
              <a:rPr lang="en-US" altLang="zh-CN" b="1" dirty="0">
                <a:solidFill>
                  <a:srgbClr val="800080"/>
                </a:solidFill>
                <a:latin typeface="Arial" panose="020B0604020202020204" pitchFamily="34" charset="0"/>
                <a:ea typeface="楷体_GB2312" pitchFamily="49" charset="-122"/>
              </a:rPr>
              <a:t>CNF </a:t>
            </a:r>
            <a:r>
              <a:rPr lang="zh-CN" altLang="en-US" b="1" dirty="0">
                <a:solidFill>
                  <a:srgbClr val="800080"/>
                </a:solidFill>
                <a:latin typeface="Arial" panose="020B0604020202020204" pitchFamily="34" charset="0"/>
                <a:ea typeface="楷体_GB2312" pitchFamily="49" charset="-122"/>
              </a:rPr>
              <a:t>的构成步骤</a:t>
            </a:r>
            <a:endParaRPr lang="zh-CN" altLang="en-US" b="1" dirty="0">
              <a:solidFill>
                <a:srgbClr val="800080"/>
              </a:solidFill>
              <a:latin typeface="Arial" panose="020B0604020202020204" pitchFamily="34" charset="0"/>
              <a:ea typeface="楷体_GB2312" pitchFamily="49" charset="-122"/>
            </a:endParaRPr>
          </a:p>
        </p:txBody>
      </p:sp>
      <p:sp>
        <p:nvSpPr>
          <p:cNvPr id="6148" name="Rectangle 3"/>
          <p:cNvSpPr>
            <a:spLocks noGrp="1"/>
          </p:cNvSpPr>
          <p:nvPr>
            <p:ph idx="1"/>
          </p:nvPr>
        </p:nvSpPr>
        <p:spPr>
          <a:xfrm>
            <a:off x="381000" y="1447800"/>
            <a:ext cx="8534400" cy="4876800"/>
          </a:xfrm>
          <a:ln/>
        </p:spPr>
        <p:txBody>
          <a:bodyPr vert="horz" wrap="square" lIns="91440" tIns="45720" rIns="91440" bIns="45720" anchor="t" anchorCtr="0"/>
          <a:p>
            <a:pPr marL="1025525" lvl="1" indent="-457200" algn="just" eaLnBrk="1" hangingPunct="1">
              <a:lnSpc>
                <a:spcPct val="120000"/>
              </a:lnSpc>
              <a:buNone/>
            </a:pPr>
            <a:r>
              <a:rPr lang="zh-CN" altLang="en-US" sz="2400" b="1" dirty="0">
                <a:solidFill>
                  <a:srgbClr val="333399"/>
                </a:solidFill>
                <a:sym typeface="Symbol" panose="05050102010706020507" pitchFamily="18" charset="2"/>
              </a:rPr>
              <a:t>1.  </a:t>
            </a:r>
            <a:r>
              <a:rPr lang="zh-CN" altLang="en-US" sz="2400" b="1" dirty="0">
                <a:solidFill>
                  <a:srgbClr val="333399"/>
                </a:solidFill>
                <a:ea typeface="宋体" panose="02010600030101010101" pitchFamily="2" charset="-122"/>
                <a:sym typeface="Symbol" panose="05050102010706020507" pitchFamily="18" charset="2"/>
              </a:rPr>
              <a:t>用算法1、2、3、4消除</a:t>
            </a:r>
            <a:r>
              <a:rPr lang="en-US" altLang="zh-CN" sz="2400" b="1" dirty="0">
                <a:solidFill>
                  <a:srgbClr val="333399"/>
                </a:solidFill>
                <a:ea typeface="宋体" panose="02010600030101010101" pitchFamily="2" charset="-122"/>
                <a:sym typeface="Symbol" panose="05050102010706020507" pitchFamily="18" charset="2"/>
              </a:rPr>
              <a:t>ε</a:t>
            </a:r>
            <a:r>
              <a:rPr lang="zh-CN" altLang="en-US" sz="2400" b="1" dirty="0">
                <a:solidFill>
                  <a:srgbClr val="333399"/>
                </a:solidFill>
                <a:ea typeface="宋体" panose="02010600030101010101" pitchFamily="2" charset="-122"/>
                <a:sym typeface="Symbol" panose="05050102010706020507" pitchFamily="18" charset="2"/>
              </a:rPr>
              <a:t>生成式、无用符号、单生成式</a:t>
            </a:r>
            <a:endParaRPr lang="zh-CN" altLang="en-US" sz="2400" b="1" dirty="0">
              <a:solidFill>
                <a:srgbClr val="333399"/>
              </a:solidFill>
              <a:ea typeface="宋体" panose="02010600030101010101" pitchFamily="2" charset="-122"/>
              <a:sym typeface="Symbol" panose="05050102010706020507" pitchFamily="18" charset="2"/>
            </a:endParaRPr>
          </a:p>
          <a:p>
            <a:pPr marL="1025525" lvl="1" indent="-457200" algn="just" eaLnBrk="1" hangingPunct="1">
              <a:lnSpc>
                <a:spcPct val="120000"/>
              </a:lnSpc>
              <a:buNone/>
            </a:pPr>
            <a:r>
              <a:rPr lang="zh-CN" altLang="en-US" sz="2400" b="1" dirty="0">
                <a:solidFill>
                  <a:srgbClr val="333399"/>
                </a:solidFill>
                <a:ea typeface="宋体" panose="02010600030101010101" pitchFamily="2" charset="-122"/>
                <a:sym typeface="Symbol" panose="05050102010706020507" pitchFamily="18" charset="2"/>
              </a:rPr>
              <a:t>2.  对生成式</a:t>
            </a:r>
            <a:r>
              <a:rPr lang="en-US" altLang="zh-CN" sz="2400" b="1" dirty="0">
                <a:solidFill>
                  <a:srgbClr val="333399"/>
                </a:solidFill>
                <a:ea typeface="宋体" panose="02010600030101010101" pitchFamily="2" charset="-122"/>
                <a:sym typeface="Symbol" panose="05050102010706020507" pitchFamily="18" charset="2"/>
              </a:rPr>
              <a:t>A→D</a:t>
            </a:r>
            <a:r>
              <a:rPr lang="en-US" altLang="zh-CN" sz="2400" b="1" baseline="-30000" dirty="0">
                <a:solidFill>
                  <a:srgbClr val="333399"/>
                </a:solidFill>
                <a:ea typeface="宋体" panose="02010600030101010101" pitchFamily="2" charset="-122"/>
                <a:sym typeface="Symbol" panose="05050102010706020507" pitchFamily="18" charset="2"/>
              </a:rPr>
              <a:t>1</a:t>
            </a:r>
            <a:r>
              <a:rPr lang="en-US" altLang="zh-CN" sz="2400" b="1" dirty="0">
                <a:solidFill>
                  <a:srgbClr val="333399"/>
                </a:solidFill>
                <a:ea typeface="宋体" panose="02010600030101010101" pitchFamily="2" charset="-122"/>
                <a:sym typeface="Symbol" panose="05050102010706020507" pitchFamily="18" charset="2"/>
              </a:rPr>
              <a:t>D</a:t>
            </a:r>
            <a:r>
              <a:rPr lang="en-US" altLang="zh-CN" sz="2400" b="1" baseline="-30000" dirty="0">
                <a:solidFill>
                  <a:srgbClr val="333399"/>
                </a:solidFill>
                <a:ea typeface="宋体" panose="02010600030101010101" pitchFamily="2" charset="-122"/>
                <a:sym typeface="Symbol" panose="05050102010706020507" pitchFamily="18" charset="2"/>
              </a:rPr>
              <a:t>2</a:t>
            </a:r>
            <a:r>
              <a:rPr lang="en-US" altLang="zh-CN" sz="2400" b="1" dirty="0">
                <a:solidFill>
                  <a:srgbClr val="333399"/>
                </a:solidFill>
                <a:latin typeface="Arial" panose="020B0604020202020204" pitchFamily="34" charset="0"/>
                <a:ea typeface="宋体" panose="02010600030101010101" pitchFamily="2" charset="-122"/>
                <a:sym typeface="Symbol" panose="05050102010706020507" pitchFamily="18" charset="2"/>
              </a:rPr>
              <a:t>…</a:t>
            </a:r>
            <a:r>
              <a:rPr lang="en-US" altLang="zh-CN" sz="2400" b="1" dirty="0">
                <a:solidFill>
                  <a:srgbClr val="333399"/>
                </a:solidFill>
                <a:ea typeface="宋体" panose="02010600030101010101" pitchFamily="2" charset="-122"/>
                <a:sym typeface="Symbol" panose="05050102010706020507" pitchFamily="18" charset="2"/>
              </a:rPr>
              <a:t>D</a:t>
            </a:r>
            <a:r>
              <a:rPr lang="en-US" altLang="zh-CN" sz="2400" b="1" baseline="-30000" dirty="0">
                <a:solidFill>
                  <a:srgbClr val="333399"/>
                </a:solidFill>
                <a:ea typeface="宋体" panose="02010600030101010101" pitchFamily="2" charset="-122"/>
                <a:sym typeface="Symbol" panose="05050102010706020507" pitchFamily="18" charset="2"/>
              </a:rPr>
              <a:t>n</a:t>
            </a:r>
            <a:r>
              <a:rPr lang="en-US" altLang="zh-CN" sz="2400" b="1" dirty="0">
                <a:solidFill>
                  <a:srgbClr val="333399"/>
                </a:solidFill>
                <a:ea typeface="宋体" panose="02010600030101010101" pitchFamily="2" charset="-122"/>
                <a:sym typeface="Symbol" panose="05050102010706020507" pitchFamily="18" charset="2"/>
              </a:rPr>
              <a:t>   n≥2</a:t>
            </a:r>
            <a:endParaRPr lang="en-US" altLang="zh-CN" sz="2400" b="1" dirty="0">
              <a:solidFill>
                <a:srgbClr val="333399"/>
              </a:solidFill>
              <a:ea typeface="宋体" panose="02010600030101010101" pitchFamily="2" charset="-122"/>
              <a:sym typeface="Symbol" panose="05050102010706020507" pitchFamily="18" charset="2"/>
            </a:endParaRPr>
          </a:p>
          <a:p>
            <a:pPr marL="5080" indent="34925" algn="just" eaLnBrk="1" hangingPunct="1">
              <a:lnSpc>
                <a:spcPct val="120000"/>
              </a:lnSpc>
              <a:buNone/>
            </a:pPr>
            <a:r>
              <a:rPr lang="en-US" altLang="zh-CN" sz="2400" dirty="0">
                <a:solidFill>
                  <a:srgbClr val="333399"/>
                </a:solidFill>
                <a:ea typeface="宋体" panose="02010600030101010101" pitchFamily="2" charset="-122"/>
                <a:sym typeface="Symbol" panose="05050102010706020507" pitchFamily="18" charset="2"/>
              </a:rPr>
              <a:t>    </a:t>
            </a:r>
            <a:r>
              <a:rPr lang="zh-CN" altLang="en-US" sz="2400" dirty="0">
                <a:solidFill>
                  <a:srgbClr val="333399"/>
                </a:solidFill>
                <a:ea typeface="宋体" panose="02010600030101010101" pitchFamily="2" charset="-122"/>
                <a:sym typeface="Symbol" panose="05050102010706020507" pitchFamily="18" charset="2"/>
              </a:rPr>
              <a:t>若</a:t>
            </a:r>
            <a:r>
              <a:rPr lang="en-US" altLang="zh-CN" sz="2400" dirty="0">
                <a:solidFill>
                  <a:srgbClr val="333399"/>
                </a:solidFill>
                <a:ea typeface="宋体" panose="02010600030101010101" pitchFamily="2" charset="-122"/>
                <a:sym typeface="Symbol" panose="05050102010706020507" pitchFamily="18" charset="2"/>
              </a:rPr>
              <a:t>D</a:t>
            </a:r>
            <a:r>
              <a:rPr lang="en-US" altLang="zh-CN" sz="2400" baseline="-30000" dirty="0">
                <a:solidFill>
                  <a:srgbClr val="333399"/>
                </a:solidFill>
                <a:ea typeface="宋体" panose="02010600030101010101" pitchFamily="2" charset="-122"/>
                <a:sym typeface="Symbol" panose="05050102010706020507" pitchFamily="18" charset="2"/>
              </a:rPr>
              <a:t>i</a:t>
            </a:r>
            <a:r>
              <a:rPr lang="en-US" altLang="zh-CN" sz="2400" dirty="0">
                <a:solidFill>
                  <a:srgbClr val="333399"/>
                </a:solidFill>
                <a:ea typeface="宋体" panose="02010600030101010101" pitchFamily="2" charset="-122"/>
                <a:sym typeface="Symbol" panose="05050102010706020507" pitchFamily="18" charset="2"/>
              </a:rPr>
              <a:t>∈T，</a:t>
            </a:r>
            <a:r>
              <a:rPr lang="zh-CN" altLang="en-US" sz="2400" dirty="0">
                <a:solidFill>
                  <a:srgbClr val="333399"/>
                </a:solidFill>
                <a:ea typeface="宋体" panose="02010600030101010101" pitchFamily="2" charset="-122"/>
                <a:sym typeface="Symbol" panose="05050102010706020507" pitchFamily="18" charset="2"/>
              </a:rPr>
              <a:t>则引入新生成式</a:t>
            </a:r>
            <a:r>
              <a:rPr lang="en-US" altLang="zh-CN" sz="2400" dirty="0">
                <a:solidFill>
                  <a:srgbClr val="333399"/>
                </a:solidFill>
                <a:ea typeface="宋体" panose="02010600030101010101" pitchFamily="2" charset="-122"/>
                <a:sym typeface="Symbol" panose="05050102010706020507" pitchFamily="18" charset="2"/>
              </a:rPr>
              <a:t>B</a:t>
            </a:r>
            <a:r>
              <a:rPr lang="en-US" altLang="zh-CN" sz="2400" baseline="-30000" dirty="0">
                <a:solidFill>
                  <a:srgbClr val="333399"/>
                </a:solidFill>
                <a:ea typeface="宋体" panose="02010600030101010101" pitchFamily="2" charset="-122"/>
                <a:sym typeface="Symbol" panose="05050102010706020507" pitchFamily="18" charset="2"/>
              </a:rPr>
              <a:t>i</a:t>
            </a:r>
            <a:r>
              <a:rPr lang="en-US" altLang="zh-CN" sz="2400" dirty="0">
                <a:solidFill>
                  <a:srgbClr val="333399"/>
                </a:solidFill>
                <a:ea typeface="宋体" panose="02010600030101010101" pitchFamily="2" charset="-122"/>
                <a:sym typeface="Symbol" panose="05050102010706020507" pitchFamily="18" charset="2"/>
              </a:rPr>
              <a:t>→D</a:t>
            </a:r>
            <a:r>
              <a:rPr lang="en-US" altLang="zh-CN" sz="2400" baseline="-30000" dirty="0">
                <a:solidFill>
                  <a:srgbClr val="333399"/>
                </a:solidFill>
                <a:ea typeface="宋体" panose="02010600030101010101" pitchFamily="2" charset="-122"/>
                <a:sym typeface="Symbol" panose="05050102010706020507" pitchFamily="18" charset="2"/>
              </a:rPr>
              <a:t>i</a:t>
            </a:r>
            <a:r>
              <a:rPr lang="en-US" altLang="zh-CN" sz="2400" dirty="0">
                <a:solidFill>
                  <a:srgbClr val="333399"/>
                </a:solidFill>
                <a:ea typeface="宋体" panose="02010600030101010101" pitchFamily="2" charset="-122"/>
                <a:sym typeface="Symbol" panose="05050102010706020507" pitchFamily="18" charset="2"/>
              </a:rPr>
              <a:t>，B</a:t>
            </a:r>
            <a:r>
              <a:rPr lang="en-US" altLang="zh-CN" sz="2400" baseline="-30000" dirty="0">
                <a:solidFill>
                  <a:srgbClr val="333399"/>
                </a:solidFill>
                <a:ea typeface="宋体" panose="02010600030101010101" pitchFamily="2" charset="-122"/>
                <a:sym typeface="Symbol" panose="05050102010706020507" pitchFamily="18" charset="2"/>
              </a:rPr>
              <a:t>i</a:t>
            </a:r>
            <a:r>
              <a:rPr lang="zh-CN" altLang="en-US" sz="2400" dirty="0">
                <a:solidFill>
                  <a:srgbClr val="333399"/>
                </a:solidFill>
                <a:ea typeface="宋体" panose="02010600030101010101" pitchFamily="2" charset="-122"/>
                <a:sym typeface="Symbol" panose="05050102010706020507" pitchFamily="18" charset="2"/>
              </a:rPr>
              <a:t>是新非终结符</a:t>
            </a:r>
            <a:endParaRPr lang="zh-CN" altLang="en-US" sz="2400" dirty="0">
              <a:solidFill>
                <a:srgbClr val="333399"/>
              </a:solidFill>
              <a:ea typeface="宋体" panose="02010600030101010101" pitchFamily="2" charset="-122"/>
              <a:sym typeface="Symbol" panose="05050102010706020507" pitchFamily="18" charset="2"/>
            </a:endParaRPr>
          </a:p>
          <a:p>
            <a:pPr marL="5080" indent="34925" algn="just" eaLnBrk="1" hangingPunct="1">
              <a:lnSpc>
                <a:spcPct val="120000"/>
              </a:lnSpc>
              <a:buNone/>
            </a:pPr>
            <a:r>
              <a:rPr lang="zh-CN" altLang="en-US" sz="2400" dirty="0">
                <a:solidFill>
                  <a:srgbClr val="333399"/>
                </a:solidFill>
                <a:ea typeface="宋体" panose="02010600030101010101" pitchFamily="2" charset="-122"/>
                <a:sym typeface="Symbol" panose="05050102010706020507" pitchFamily="18" charset="2"/>
              </a:rPr>
              <a:t>    若</a:t>
            </a:r>
            <a:r>
              <a:rPr lang="en-US" altLang="zh-CN" sz="2400" dirty="0">
                <a:solidFill>
                  <a:srgbClr val="333399"/>
                </a:solidFill>
                <a:ea typeface="宋体" panose="02010600030101010101" pitchFamily="2" charset="-122"/>
                <a:sym typeface="Symbol" panose="05050102010706020507" pitchFamily="18" charset="2"/>
              </a:rPr>
              <a:t>D</a:t>
            </a:r>
            <a:r>
              <a:rPr lang="en-US" altLang="zh-CN" sz="2400" baseline="-30000" dirty="0">
                <a:solidFill>
                  <a:srgbClr val="333399"/>
                </a:solidFill>
                <a:ea typeface="宋体" panose="02010600030101010101" pitchFamily="2" charset="-122"/>
                <a:sym typeface="Symbol" panose="05050102010706020507" pitchFamily="18" charset="2"/>
              </a:rPr>
              <a:t>i</a:t>
            </a:r>
            <a:r>
              <a:rPr lang="en-US" altLang="zh-CN" sz="2400" dirty="0">
                <a:solidFill>
                  <a:srgbClr val="333399"/>
                </a:solidFill>
                <a:ea typeface="宋体" panose="02010600030101010101" pitchFamily="2" charset="-122"/>
                <a:sym typeface="Symbol" panose="05050102010706020507" pitchFamily="18" charset="2"/>
              </a:rPr>
              <a:t>∈N，</a:t>
            </a:r>
            <a:r>
              <a:rPr lang="zh-CN" altLang="en-US" sz="2400" dirty="0">
                <a:solidFill>
                  <a:srgbClr val="333399"/>
                </a:solidFill>
                <a:ea typeface="宋体" panose="02010600030101010101" pitchFamily="2" charset="-122"/>
                <a:sym typeface="Symbol" panose="05050102010706020507" pitchFamily="18" charset="2"/>
              </a:rPr>
              <a:t>则令</a:t>
            </a:r>
            <a:r>
              <a:rPr lang="en-US" altLang="zh-CN" sz="2400" dirty="0">
                <a:solidFill>
                  <a:srgbClr val="333399"/>
                </a:solidFill>
                <a:ea typeface="宋体" panose="02010600030101010101" pitchFamily="2" charset="-122"/>
                <a:sym typeface="Symbol" panose="05050102010706020507" pitchFamily="18" charset="2"/>
              </a:rPr>
              <a:t>B</a:t>
            </a:r>
            <a:r>
              <a:rPr lang="en-US" altLang="zh-CN" sz="2400" baseline="-30000" dirty="0">
                <a:solidFill>
                  <a:srgbClr val="333399"/>
                </a:solidFill>
                <a:ea typeface="宋体" panose="02010600030101010101" pitchFamily="2" charset="-122"/>
                <a:sym typeface="Symbol" panose="05050102010706020507" pitchFamily="18" charset="2"/>
              </a:rPr>
              <a:t>i</a:t>
            </a:r>
            <a:r>
              <a:rPr lang="en-US" altLang="zh-CN" sz="2400" dirty="0">
                <a:solidFill>
                  <a:srgbClr val="333399"/>
                </a:solidFill>
                <a:ea typeface="宋体" panose="02010600030101010101" pitchFamily="2" charset="-122"/>
                <a:sym typeface="Symbol" panose="05050102010706020507" pitchFamily="18" charset="2"/>
              </a:rPr>
              <a:t>＝D</a:t>
            </a:r>
            <a:r>
              <a:rPr lang="en-US" altLang="zh-CN" sz="2400" baseline="-30000" dirty="0">
                <a:solidFill>
                  <a:srgbClr val="333399"/>
                </a:solidFill>
                <a:ea typeface="宋体" panose="02010600030101010101" pitchFamily="2" charset="-122"/>
                <a:sym typeface="Symbol" panose="05050102010706020507" pitchFamily="18" charset="2"/>
              </a:rPr>
              <a:t>i</a:t>
            </a:r>
            <a:r>
              <a:rPr lang="en-US" altLang="zh-CN" sz="2400" dirty="0">
                <a:solidFill>
                  <a:srgbClr val="333399"/>
                </a:solidFill>
                <a:ea typeface="宋体" panose="02010600030101010101" pitchFamily="2" charset="-122"/>
                <a:sym typeface="Symbol" panose="05050102010706020507" pitchFamily="18" charset="2"/>
              </a:rPr>
              <a:t>，</a:t>
            </a:r>
            <a:r>
              <a:rPr lang="zh-CN" altLang="en-US" sz="2400" dirty="0">
                <a:solidFill>
                  <a:srgbClr val="333399"/>
                </a:solidFill>
                <a:ea typeface="宋体" panose="02010600030101010101" pitchFamily="2" charset="-122"/>
                <a:sym typeface="Symbol" panose="05050102010706020507" pitchFamily="18" charset="2"/>
              </a:rPr>
              <a:t>从而将原生成式变化为</a:t>
            </a:r>
            <a:endParaRPr lang="zh-CN" altLang="en-US" sz="2400" dirty="0">
              <a:solidFill>
                <a:srgbClr val="333399"/>
              </a:solidFill>
              <a:ea typeface="宋体" panose="02010600030101010101" pitchFamily="2" charset="-122"/>
              <a:sym typeface="Symbol" panose="05050102010706020507" pitchFamily="18" charset="2"/>
            </a:endParaRPr>
          </a:p>
          <a:p>
            <a:pPr marL="5080" indent="34925" algn="just" eaLnBrk="1" hangingPunct="1">
              <a:lnSpc>
                <a:spcPct val="120000"/>
              </a:lnSpc>
              <a:buNone/>
            </a:pPr>
            <a:r>
              <a:rPr lang="zh-CN" altLang="en-US" sz="2400" dirty="0">
                <a:solidFill>
                  <a:srgbClr val="333399"/>
                </a:solidFill>
                <a:ea typeface="宋体" panose="02010600030101010101" pitchFamily="2" charset="-122"/>
                <a:sym typeface="Symbol" panose="05050102010706020507" pitchFamily="18" charset="2"/>
              </a:rPr>
              <a:t>          </a:t>
            </a:r>
            <a:r>
              <a:rPr lang="en-US" altLang="zh-CN" sz="2400" dirty="0">
                <a:solidFill>
                  <a:srgbClr val="333399"/>
                </a:solidFill>
                <a:ea typeface="宋体" panose="02010600030101010101" pitchFamily="2" charset="-122"/>
                <a:sym typeface="Symbol" panose="05050102010706020507" pitchFamily="18" charset="2"/>
              </a:rPr>
              <a:t>A→B</a:t>
            </a:r>
            <a:r>
              <a:rPr lang="en-US" altLang="zh-CN" sz="2400" baseline="-30000" dirty="0">
                <a:solidFill>
                  <a:srgbClr val="333399"/>
                </a:solidFill>
                <a:ea typeface="宋体" panose="02010600030101010101" pitchFamily="2" charset="-122"/>
                <a:sym typeface="Symbol" panose="05050102010706020507" pitchFamily="18" charset="2"/>
              </a:rPr>
              <a:t>1</a:t>
            </a:r>
            <a:r>
              <a:rPr lang="en-US" altLang="zh-CN" sz="2400" dirty="0">
                <a:solidFill>
                  <a:srgbClr val="333399"/>
                </a:solidFill>
                <a:ea typeface="宋体" panose="02010600030101010101" pitchFamily="2" charset="-122"/>
                <a:sym typeface="Symbol" panose="05050102010706020507" pitchFamily="18" charset="2"/>
              </a:rPr>
              <a:t>B</a:t>
            </a:r>
            <a:r>
              <a:rPr lang="en-US" altLang="zh-CN" sz="2400" baseline="-30000" dirty="0">
                <a:solidFill>
                  <a:srgbClr val="333399"/>
                </a:solidFill>
                <a:ea typeface="宋体" panose="02010600030101010101" pitchFamily="2" charset="-122"/>
                <a:sym typeface="Symbol" panose="05050102010706020507" pitchFamily="18" charset="2"/>
              </a:rPr>
              <a:t>2</a:t>
            </a:r>
            <a:r>
              <a:rPr lang="en-US" altLang="zh-CN" sz="2400" dirty="0">
                <a:solidFill>
                  <a:srgbClr val="333399"/>
                </a:solidFill>
                <a:latin typeface="Arial" panose="020B0604020202020204" pitchFamily="34" charset="0"/>
                <a:ea typeface="宋体" panose="02010600030101010101" pitchFamily="2" charset="-122"/>
                <a:sym typeface="Symbol" panose="05050102010706020507" pitchFamily="18" charset="2"/>
              </a:rPr>
              <a:t>…</a:t>
            </a:r>
            <a:r>
              <a:rPr lang="en-US" altLang="zh-CN" sz="2400" dirty="0">
                <a:solidFill>
                  <a:srgbClr val="333399"/>
                </a:solidFill>
                <a:ea typeface="宋体" panose="02010600030101010101" pitchFamily="2" charset="-122"/>
                <a:sym typeface="Symbol" panose="05050102010706020507" pitchFamily="18" charset="2"/>
              </a:rPr>
              <a:t>B</a:t>
            </a:r>
            <a:r>
              <a:rPr lang="en-US" altLang="zh-CN" sz="2400" baseline="-30000" dirty="0">
                <a:solidFill>
                  <a:srgbClr val="333399"/>
                </a:solidFill>
                <a:ea typeface="宋体" panose="02010600030101010101" pitchFamily="2" charset="-122"/>
                <a:sym typeface="Symbol" panose="05050102010706020507" pitchFamily="18" charset="2"/>
              </a:rPr>
              <a:t>n        </a:t>
            </a:r>
            <a:r>
              <a:rPr lang="en-US" altLang="zh-CN" sz="2400" dirty="0">
                <a:solidFill>
                  <a:srgbClr val="333399"/>
                </a:solidFill>
                <a:ea typeface="宋体" panose="02010600030101010101" pitchFamily="2" charset="-122"/>
                <a:sym typeface="Symbol" panose="05050102010706020507" pitchFamily="18" charset="2"/>
              </a:rPr>
              <a:t>n≥2</a:t>
            </a:r>
            <a:endParaRPr lang="en-US" altLang="zh-CN" sz="2400" dirty="0">
              <a:solidFill>
                <a:srgbClr val="333399"/>
              </a:solidFill>
              <a:ea typeface="宋体" panose="02010600030101010101" pitchFamily="2" charset="-122"/>
              <a:sym typeface="Symbol" panose="05050102010706020507" pitchFamily="18" charset="2"/>
            </a:endParaRPr>
          </a:p>
          <a:p>
            <a:pPr marL="5080" indent="34925" algn="just" eaLnBrk="1" hangingPunct="1">
              <a:lnSpc>
                <a:spcPct val="120000"/>
              </a:lnSpc>
              <a:buNone/>
            </a:pPr>
            <a:r>
              <a:rPr lang="en-US" altLang="zh-CN" sz="2400" dirty="0">
                <a:solidFill>
                  <a:srgbClr val="333399"/>
                </a:solidFill>
                <a:ea typeface="宋体" panose="02010600030101010101" pitchFamily="2" charset="-122"/>
                <a:sym typeface="Symbol" panose="05050102010706020507" pitchFamily="18" charset="2"/>
              </a:rPr>
              <a:t>    </a:t>
            </a:r>
            <a:r>
              <a:rPr lang="zh-CN" altLang="en-US" sz="2400" dirty="0">
                <a:solidFill>
                  <a:srgbClr val="333399"/>
                </a:solidFill>
                <a:ea typeface="宋体" panose="02010600030101010101" pitchFamily="2" charset="-122"/>
                <a:sym typeface="Symbol" panose="05050102010706020507" pitchFamily="18" charset="2"/>
              </a:rPr>
              <a:t>当</a:t>
            </a:r>
            <a:r>
              <a:rPr lang="en-US" altLang="zh-CN" sz="2400" dirty="0">
                <a:solidFill>
                  <a:srgbClr val="333399"/>
                </a:solidFill>
                <a:ea typeface="宋体" panose="02010600030101010101" pitchFamily="2" charset="-122"/>
                <a:sym typeface="Symbol" panose="05050102010706020507" pitchFamily="18" charset="2"/>
              </a:rPr>
              <a:t>n&gt;2 </a:t>
            </a:r>
            <a:r>
              <a:rPr lang="zh-CN" altLang="en-US" sz="2400" dirty="0">
                <a:solidFill>
                  <a:srgbClr val="333399"/>
                </a:solidFill>
                <a:ea typeface="宋体" panose="02010600030101010101" pitchFamily="2" charset="-122"/>
                <a:sym typeface="Symbol" panose="05050102010706020507" pitchFamily="18" charset="2"/>
              </a:rPr>
              <a:t>时，再将其变为</a:t>
            </a:r>
            <a:endParaRPr lang="zh-CN" altLang="en-US" sz="2400" dirty="0">
              <a:solidFill>
                <a:srgbClr val="333399"/>
              </a:solidFill>
              <a:ea typeface="宋体" panose="02010600030101010101" pitchFamily="2" charset="-122"/>
              <a:sym typeface="Symbol" panose="05050102010706020507" pitchFamily="18" charset="2"/>
            </a:endParaRPr>
          </a:p>
          <a:p>
            <a:pPr marL="5080" indent="34925" algn="just" eaLnBrk="1" hangingPunct="1">
              <a:lnSpc>
                <a:spcPct val="120000"/>
              </a:lnSpc>
              <a:buNone/>
            </a:pPr>
            <a:r>
              <a:rPr lang="zh-CN" altLang="en-US" sz="2400" dirty="0">
                <a:solidFill>
                  <a:srgbClr val="333399"/>
                </a:solidFill>
                <a:ea typeface="宋体" panose="02010600030101010101" pitchFamily="2" charset="-122"/>
                <a:sym typeface="Symbol" panose="05050102010706020507" pitchFamily="18" charset="2"/>
              </a:rPr>
              <a:t>        </a:t>
            </a:r>
            <a:r>
              <a:rPr lang="en-US" altLang="zh-CN" sz="2400" dirty="0">
                <a:solidFill>
                  <a:srgbClr val="333399"/>
                </a:solidFill>
                <a:ea typeface="宋体" panose="02010600030101010101" pitchFamily="2" charset="-122"/>
                <a:sym typeface="Symbol" panose="05050102010706020507" pitchFamily="18" charset="2"/>
              </a:rPr>
              <a:t>A→B</a:t>
            </a:r>
            <a:r>
              <a:rPr lang="en-US" altLang="zh-CN" sz="2400" baseline="-30000" dirty="0">
                <a:solidFill>
                  <a:srgbClr val="333399"/>
                </a:solidFill>
                <a:ea typeface="宋体" panose="02010600030101010101" pitchFamily="2" charset="-122"/>
                <a:sym typeface="Symbol" panose="05050102010706020507" pitchFamily="18" charset="2"/>
              </a:rPr>
              <a:t>1</a:t>
            </a:r>
            <a:r>
              <a:rPr lang="en-US" altLang="zh-CN" sz="2400" dirty="0">
                <a:solidFill>
                  <a:srgbClr val="333399"/>
                </a:solidFill>
                <a:ea typeface="宋体" panose="02010600030101010101" pitchFamily="2" charset="-122"/>
                <a:sym typeface="Symbol" panose="05050102010706020507" pitchFamily="18" charset="2"/>
              </a:rPr>
              <a:t>C</a:t>
            </a:r>
            <a:r>
              <a:rPr lang="en-US" altLang="zh-CN" sz="2400" baseline="-30000" dirty="0">
                <a:solidFill>
                  <a:srgbClr val="333399"/>
                </a:solidFill>
                <a:ea typeface="宋体" panose="02010600030101010101" pitchFamily="2" charset="-122"/>
                <a:sym typeface="Symbol" panose="05050102010706020507" pitchFamily="18" charset="2"/>
              </a:rPr>
              <a:t>1</a:t>
            </a:r>
            <a:r>
              <a:rPr lang="en-US" altLang="zh-CN" sz="2400" dirty="0">
                <a:solidFill>
                  <a:srgbClr val="333399"/>
                </a:solidFill>
                <a:ea typeface="宋体" panose="02010600030101010101" pitchFamily="2" charset="-122"/>
                <a:sym typeface="Symbol" panose="05050102010706020507" pitchFamily="18" charset="2"/>
              </a:rPr>
              <a:t>，C</a:t>
            </a:r>
            <a:r>
              <a:rPr lang="en-US" altLang="zh-CN" sz="2400" baseline="-30000" dirty="0">
                <a:solidFill>
                  <a:srgbClr val="333399"/>
                </a:solidFill>
                <a:ea typeface="宋体" panose="02010600030101010101" pitchFamily="2" charset="-122"/>
                <a:sym typeface="Symbol" panose="05050102010706020507" pitchFamily="18" charset="2"/>
              </a:rPr>
              <a:t>1</a:t>
            </a:r>
            <a:r>
              <a:rPr lang="en-US" altLang="zh-CN" sz="2400" dirty="0">
                <a:solidFill>
                  <a:srgbClr val="333399"/>
                </a:solidFill>
                <a:ea typeface="宋体" panose="02010600030101010101" pitchFamily="2" charset="-122"/>
                <a:sym typeface="Symbol" panose="05050102010706020507" pitchFamily="18" charset="2"/>
              </a:rPr>
              <a:t>→B</a:t>
            </a:r>
            <a:r>
              <a:rPr lang="en-US" altLang="zh-CN" sz="2400" baseline="-30000" dirty="0">
                <a:solidFill>
                  <a:srgbClr val="333399"/>
                </a:solidFill>
                <a:ea typeface="宋体" panose="02010600030101010101" pitchFamily="2" charset="-122"/>
                <a:sym typeface="Symbol" panose="05050102010706020507" pitchFamily="18" charset="2"/>
              </a:rPr>
              <a:t>2</a:t>
            </a:r>
            <a:r>
              <a:rPr lang="en-US" altLang="zh-CN" sz="2400" dirty="0">
                <a:solidFill>
                  <a:srgbClr val="333399"/>
                </a:solidFill>
                <a:ea typeface="宋体" panose="02010600030101010101" pitchFamily="2" charset="-122"/>
                <a:sym typeface="Symbol" panose="05050102010706020507" pitchFamily="18" charset="2"/>
              </a:rPr>
              <a:t>C</a:t>
            </a:r>
            <a:r>
              <a:rPr lang="en-US" altLang="zh-CN" sz="2400" baseline="-30000" dirty="0">
                <a:solidFill>
                  <a:srgbClr val="333399"/>
                </a:solidFill>
                <a:ea typeface="宋体" panose="02010600030101010101" pitchFamily="2" charset="-122"/>
                <a:sym typeface="Symbol" panose="05050102010706020507" pitchFamily="18" charset="2"/>
              </a:rPr>
              <a:t>2</a:t>
            </a:r>
            <a:r>
              <a:rPr lang="en-US" altLang="zh-CN" sz="2400" dirty="0">
                <a:solidFill>
                  <a:srgbClr val="333399"/>
                </a:solidFill>
                <a:ea typeface="宋体" panose="02010600030101010101" pitchFamily="2" charset="-122"/>
                <a:sym typeface="Symbol" panose="05050102010706020507" pitchFamily="18" charset="2"/>
              </a:rPr>
              <a:t>，C</a:t>
            </a:r>
            <a:r>
              <a:rPr lang="en-US" altLang="zh-CN" sz="2400" baseline="-30000" dirty="0">
                <a:solidFill>
                  <a:srgbClr val="333399"/>
                </a:solidFill>
                <a:ea typeface="宋体" panose="02010600030101010101" pitchFamily="2" charset="-122"/>
                <a:sym typeface="Symbol" panose="05050102010706020507" pitchFamily="18" charset="2"/>
              </a:rPr>
              <a:t>2</a:t>
            </a:r>
            <a:r>
              <a:rPr lang="en-US" altLang="zh-CN" sz="2400" dirty="0">
                <a:solidFill>
                  <a:srgbClr val="333399"/>
                </a:solidFill>
                <a:ea typeface="宋体" panose="02010600030101010101" pitchFamily="2" charset="-122"/>
                <a:sym typeface="Symbol" panose="05050102010706020507" pitchFamily="18" charset="2"/>
              </a:rPr>
              <a:t>→B</a:t>
            </a:r>
            <a:r>
              <a:rPr lang="en-US" altLang="zh-CN" sz="2400" baseline="-30000" dirty="0">
                <a:solidFill>
                  <a:srgbClr val="333399"/>
                </a:solidFill>
                <a:ea typeface="宋体" panose="02010600030101010101" pitchFamily="2" charset="-122"/>
                <a:sym typeface="Symbol" panose="05050102010706020507" pitchFamily="18" charset="2"/>
              </a:rPr>
              <a:t>3</a:t>
            </a:r>
            <a:r>
              <a:rPr lang="en-US" altLang="zh-CN" sz="2400" dirty="0">
                <a:solidFill>
                  <a:srgbClr val="333399"/>
                </a:solidFill>
                <a:ea typeface="宋体" panose="02010600030101010101" pitchFamily="2" charset="-122"/>
                <a:sym typeface="Symbol" panose="05050102010706020507" pitchFamily="18" charset="2"/>
              </a:rPr>
              <a:t>C</a:t>
            </a:r>
            <a:r>
              <a:rPr lang="en-US" altLang="zh-CN" sz="2400" baseline="-30000" dirty="0">
                <a:solidFill>
                  <a:srgbClr val="333399"/>
                </a:solidFill>
                <a:ea typeface="宋体" panose="02010600030101010101" pitchFamily="2" charset="-122"/>
                <a:sym typeface="Symbol" panose="05050102010706020507" pitchFamily="18" charset="2"/>
              </a:rPr>
              <a:t>3</a:t>
            </a:r>
            <a:r>
              <a:rPr lang="en-US" altLang="zh-CN" sz="2400" dirty="0">
                <a:solidFill>
                  <a:srgbClr val="333399"/>
                </a:solidFill>
                <a:ea typeface="宋体" panose="02010600030101010101" pitchFamily="2" charset="-122"/>
                <a:sym typeface="Symbol" panose="05050102010706020507" pitchFamily="18" charset="2"/>
              </a:rPr>
              <a:t>，</a:t>
            </a:r>
            <a:r>
              <a:rPr lang="en-US" altLang="zh-CN" sz="2400" dirty="0">
                <a:solidFill>
                  <a:srgbClr val="333399"/>
                </a:solidFill>
                <a:latin typeface="Arial" panose="020B0604020202020204" pitchFamily="34" charset="0"/>
                <a:ea typeface="宋体" panose="02010600030101010101" pitchFamily="2" charset="-122"/>
                <a:sym typeface="Symbol" panose="05050102010706020507" pitchFamily="18" charset="2"/>
              </a:rPr>
              <a:t>…</a:t>
            </a:r>
            <a:r>
              <a:rPr lang="en-US" altLang="zh-CN" sz="2400" dirty="0">
                <a:solidFill>
                  <a:srgbClr val="333399"/>
                </a:solidFill>
                <a:ea typeface="宋体" panose="02010600030101010101" pitchFamily="2" charset="-122"/>
                <a:sym typeface="Symbol" panose="05050102010706020507" pitchFamily="18" charset="2"/>
              </a:rPr>
              <a:t>，C</a:t>
            </a:r>
            <a:r>
              <a:rPr lang="en-US" altLang="zh-CN" sz="2400" baseline="-30000" dirty="0">
                <a:solidFill>
                  <a:srgbClr val="333399"/>
                </a:solidFill>
                <a:ea typeface="宋体" panose="02010600030101010101" pitchFamily="2" charset="-122"/>
                <a:sym typeface="Symbol" panose="05050102010706020507" pitchFamily="18" charset="2"/>
              </a:rPr>
              <a:t>n－1</a:t>
            </a:r>
            <a:r>
              <a:rPr lang="en-US" altLang="zh-CN" sz="2400" dirty="0">
                <a:solidFill>
                  <a:srgbClr val="333399"/>
                </a:solidFill>
                <a:ea typeface="宋体" panose="02010600030101010101" pitchFamily="2" charset="-122"/>
                <a:sym typeface="Symbol" panose="05050102010706020507" pitchFamily="18" charset="2"/>
              </a:rPr>
              <a:t>→B</a:t>
            </a:r>
            <a:r>
              <a:rPr lang="en-US" altLang="zh-CN" sz="2400" baseline="-30000" dirty="0">
                <a:solidFill>
                  <a:srgbClr val="333399"/>
                </a:solidFill>
                <a:ea typeface="宋体" panose="02010600030101010101" pitchFamily="2" charset="-122"/>
                <a:sym typeface="Symbol" panose="05050102010706020507" pitchFamily="18" charset="2"/>
              </a:rPr>
              <a:t>n－1</a:t>
            </a:r>
            <a:r>
              <a:rPr lang="en-US" altLang="zh-CN" sz="2400" dirty="0">
                <a:solidFill>
                  <a:srgbClr val="333399"/>
                </a:solidFill>
                <a:ea typeface="宋体" panose="02010600030101010101" pitchFamily="2" charset="-122"/>
                <a:sym typeface="Symbol" panose="05050102010706020507" pitchFamily="18" charset="2"/>
              </a:rPr>
              <a:t>B</a:t>
            </a:r>
            <a:r>
              <a:rPr lang="en-US" altLang="zh-CN" sz="2400" baseline="-30000" dirty="0">
                <a:solidFill>
                  <a:srgbClr val="333399"/>
                </a:solidFill>
                <a:ea typeface="宋体" panose="02010600030101010101" pitchFamily="2" charset="-122"/>
                <a:sym typeface="Symbol" panose="05050102010706020507" pitchFamily="18" charset="2"/>
              </a:rPr>
              <a:t>n</a:t>
            </a:r>
            <a:endParaRPr lang="en-US" altLang="zh-CN" sz="2400" dirty="0">
              <a:solidFill>
                <a:srgbClr val="333399"/>
              </a:solidFill>
              <a:ea typeface="宋体" panose="02010600030101010101" pitchFamily="2" charset="-122"/>
              <a:sym typeface="Symbol" panose="05050102010706020507" pitchFamily="18" charset="2"/>
            </a:endParaRPr>
          </a:p>
          <a:p>
            <a:pPr marL="5080" indent="34925" algn="just" eaLnBrk="1" hangingPunct="1">
              <a:lnSpc>
                <a:spcPct val="120000"/>
              </a:lnSpc>
              <a:buNone/>
            </a:pPr>
            <a:r>
              <a:rPr lang="en-US" altLang="zh-CN" sz="2400" dirty="0">
                <a:solidFill>
                  <a:srgbClr val="333399"/>
                </a:solidFill>
                <a:ea typeface="宋体" panose="02010600030101010101" pitchFamily="2" charset="-122"/>
                <a:sym typeface="Symbol" panose="05050102010706020507" pitchFamily="18" charset="2"/>
              </a:rPr>
              <a:t>        C</a:t>
            </a:r>
            <a:r>
              <a:rPr lang="en-US" altLang="zh-CN" sz="2400" baseline="-30000" dirty="0">
                <a:solidFill>
                  <a:srgbClr val="333399"/>
                </a:solidFill>
                <a:ea typeface="宋体" panose="02010600030101010101" pitchFamily="2" charset="-122"/>
                <a:sym typeface="Symbol" panose="05050102010706020507" pitchFamily="18" charset="2"/>
              </a:rPr>
              <a:t>i</a:t>
            </a:r>
            <a:r>
              <a:rPr lang="zh-CN" altLang="en-US" sz="2400" dirty="0">
                <a:solidFill>
                  <a:srgbClr val="333399"/>
                </a:solidFill>
                <a:ea typeface="宋体" panose="02010600030101010101" pitchFamily="2" charset="-122"/>
                <a:sym typeface="Symbol" panose="05050102010706020507" pitchFamily="18" charset="2"/>
              </a:rPr>
              <a:t>是新引入的非终结符。</a:t>
            </a:r>
            <a:endParaRPr lang="zh-CN" altLang="en-US" sz="2400" dirty="0">
              <a:solidFill>
                <a:srgbClr val="333399"/>
              </a:solidFill>
              <a:ea typeface="宋体" panose="02010600030101010101" pitchFamily="2" charset="-122"/>
              <a:sym typeface="Symbol" panose="05050102010706020507" pitchFamily="18" charset="2"/>
            </a:endParaRPr>
          </a:p>
          <a:p>
            <a:pPr marL="5080" indent="34925" algn="just" eaLnBrk="1" hangingPunct="1">
              <a:lnSpc>
                <a:spcPct val="90000"/>
              </a:lnSpc>
              <a:buNone/>
            </a:pPr>
            <a:endParaRPr lang="zh-CN" altLang="en-US" sz="2400" dirty="0">
              <a:solidFill>
                <a:srgbClr val="333399"/>
              </a:solidFill>
              <a:ea typeface="宋体" panose="02010600030101010101" pitchFamily="2" charset="-122"/>
              <a:sym typeface="Symbol" panose="05050102010706020507" pitchFamily="18" charset="2"/>
            </a:endParaRPr>
          </a:p>
          <a:p>
            <a:pPr marL="1025525" lvl="1" indent="-457200" algn="just" eaLnBrk="1" hangingPunct="1">
              <a:lnSpc>
                <a:spcPct val="90000"/>
              </a:lnSpc>
              <a:buNone/>
            </a:pPr>
            <a:r>
              <a:rPr lang="zh-CN" altLang="en-US" sz="2400" b="1" dirty="0">
                <a:solidFill>
                  <a:srgbClr val="333399"/>
                </a:solidFill>
                <a:ea typeface="宋体" panose="02010600030101010101" pitchFamily="2" charset="-122"/>
                <a:sym typeface="Symbol" panose="05050102010706020507" pitchFamily="18" charset="2"/>
              </a:rPr>
              <a:t> 定理证明――自学</a:t>
            </a:r>
            <a:endParaRPr lang="zh-CN" altLang="en-US" sz="2400" b="1" dirty="0">
              <a:solidFill>
                <a:srgbClr val="333399"/>
              </a:solidFill>
              <a:ea typeface="宋体" panose="02010600030101010101" pitchFamily="2" charset="-122"/>
              <a:sym typeface="Symbol" panose="05050102010706020507" pitchFamily="18" charset="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灯片编号占位符 1"/>
          <p:cNvSpPr>
            <a:spLocks noGrp="1"/>
          </p:cNvSpPr>
          <p:nvPr>
            <p:ph type="sldNum" sz="quarter" idx="10"/>
          </p:nvPr>
        </p:nvSpPr>
        <p:spPr>
          <a:ln/>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rgbClr val="009999"/>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5pPr>
          </a:lstStyle>
          <a:p>
            <a:pPr lvl="0" algn="r" eaLnBrk="1" hangingPunct="1">
              <a:buSzTx/>
            </a:pPr>
            <a:fld id="{9A0DB2DC-4C9A-4742-B13C-FB6460FD3503}" type="slidenum">
              <a:rPr lang="" altLang="en-US" sz="1200" b="1" i="1" dirty="0">
                <a:latin typeface="Arial Narrow" panose="020B0606020202030204" pitchFamily="34" charset="0"/>
              </a:rPr>
            </a:fld>
            <a:endParaRPr lang="" altLang="en-US" sz="1200" b="1" i="1" dirty="0">
              <a:latin typeface="Arial Narrow" panose="020B0606020202030204" pitchFamily="34" charset="0"/>
            </a:endParaRPr>
          </a:p>
        </p:txBody>
      </p:sp>
      <p:sp>
        <p:nvSpPr>
          <p:cNvPr id="8194" name="页脚占位符 2"/>
          <p:cNvSpPr>
            <a:spLocks noGrp="1"/>
          </p:cNvSpPr>
          <p:nvPr>
            <p:ph type="ftr" sz="quarter" idx="11"/>
          </p:nvPr>
        </p:nvSpPr>
        <p:spPr>
          <a:ln/>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rgbClr val="009999"/>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buClrTx/>
              <a:buFontTx/>
            </a:pPr>
            <a:r>
              <a:rPr lang="" altLang="zh-CN" sz="1200" b="1" i="1" dirty="0">
                <a:latin typeface="Arial Narrow" panose="020B0606020202030204" pitchFamily="34" charset="0"/>
              </a:rPr>
              <a:t>School of Computer Science, BUPT</a:t>
            </a:r>
            <a:endParaRPr lang="" altLang="en-US" sz="1200" b="1" i="1" dirty="0">
              <a:latin typeface="Arial Narrow" panose="020B0606020202030204" pitchFamily="34" charset="0"/>
            </a:endParaRPr>
          </a:p>
        </p:txBody>
      </p:sp>
      <p:sp>
        <p:nvSpPr>
          <p:cNvPr id="8195" name="Rectangle 2"/>
          <p:cNvSpPr/>
          <p:nvPr/>
        </p:nvSpPr>
        <p:spPr>
          <a:xfrm>
            <a:off x="762000" y="457200"/>
            <a:ext cx="8001000" cy="609600"/>
          </a:xfrm>
          <a:prstGeom prst="rect">
            <a:avLst/>
          </a:prstGeom>
          <a:noFill/>
          <a:ln w="9525">
            <a:noFill/>
          </a:ln>
        </p:spPr>
        <p:txBody>
          <a:bodyPr anchor="b" anchorCtr="0"/>
          <a:p>
            <a:pPr algn="ctr">
              <a:lnSpc>
                <a:spcPct val="90000"/>
              </a:lnSpc>
            </a:pPr>
            <a:r>
              <a:rPr lang="en-US" altLang="zh-CN" sz="3200" b="1" dirty="0">
                <a:solidFill>
                  <a:srgbClr val="800080"/>
                </a:solidFill>
                <a:latin typeface="Arial" panose="020B0604020202020204" pitchFamily="34" charset="0"/>
                <a:ea typeface="楷体_GB2312" pitchFamily="49" charset="-122"/>
              </a:rPr>
              <a:t>CNF </a:t>
            </a:r>
            <a:r>
              <a:rPr lang="zh-CN" altLang="en-US" sz="3200" b="1" dirty="0">
                <a:solidFill>
                  <a:srgbClr val="800080"/>
                </a:solidFill>
                <a:latin typeface="Arial" panose="020B0604020202020204" pitchFamily="34" charset="0"/>
                <a:ea typeface="楷体_GB2312" pitchFamily="49" charset="-122"/>
              </a:rPr>
              <a:t>的构成例</a:t>
            </a:r>
            <a:endParaRPr lang="zh-CN" altLang="en-US" sz="2800" b="1" dirty="0">
              <a:solidFill>
                <a:srgbClr val="800080"/>
              </a:solidFill>
              <a:latin typeface="Arial" panose="020B0604020202020204" pitchFamily="34" charset="0"/>
              <a:ea typeface="华文行楷" panose="02010800040101010101" pitchFamily="2" charset="-122"/>
              <a:sym typeface="Symbol" panose="05050102010706020507" pitchFamily="18" charset="2"/>
            </a:endParaRPr>
          </a:p>
        </p:txBody>
      </p:sp>
      <p:sp>
        <p:nvSpPr>
          <p:cNvPr id="8196" name="Rectangle 7"/>
          <p:cNvSpPr/>
          <p:nvPr/>
        </p:nvSpPr>
        <p:spPr>
          <a:xfrm>
            <a:off x="381000" y="1295400"/>
            <a:ext cx="8153400" cy="4654550"/>
          </a:xfrm>
          <a:prstGeom prst="rect">
            <a:avLst/>
          </a:prstGeom>
          <a:noFill/>
          <a:ln w="9525">
            <a:noFill/>
          </a:ln>
        </p:spPr>
        <p:txBody>
          <a:bodyPr anchor="t" anchorCtr="0">
            <a:spAutoFit/>
          </a:bodyPr>
          <a:p>
            <a:pPr>
              <a:buClrTx/>
              <a:buFont typeface="Wingdings" panose="05000000000000000000" pitchFamily="2" charset="2"/>
            </a:pPr>
            <a:r>
              <a:rPr lang="zh-CN" altLang="en-US" sz="2800" b="1" dirty="0">
                <a:solidFill>
                  <a:srgbClr val="800080"/>
                </a:solidFill>
                <a:latin typeface="Times New Roman" panose="02020603050405020304" pitchFamily="18" charset="0"/>
                <a:ea typeface="华文行楷" panose="02010800040101010101" pitchFamily="2" charset="-122"/>
              </a:rPr>
              <a:t> 例: </a:t>
            </a:r>
            <a:r>
              <a:rPr lang="zh-CN" altLang="en-US" sz="2400" b="1" dirty="0">
                <a:solidFill>
                  <a:schemeClr val="tx2"/>
                </a:solidFill>
                <a:latin typeface="Times New Roman" panose="02020603050405020304" pitchFamily="18" charset="0"/>
                <a:ea typeface="楷体_GB2312" pitchFamily="49" charset="-122"/>
              </a:rPr>
              <a:t>设</a:t>
            </a:r>
            <a:r>
              <a:rPr lang="en-US" altLang="zh-CN" sz="2400" b="1" dirty="0">
                <a:solidFill>
                  <a:schemeClr val="tx2"/>
                </a:solidFill>
                <a:latin typeface="Times New Roman" panose="02020603050405020304" pitchFamily="18" charset="0"/>
                <a:ea typeface="楷体_GB2312" pitchFamily="49" charset="-122"/>
              </a:rPr>
              <a:t>G＝（{A，B，S}，{a，b}，P，S）</a:t>
            </a:r>
            <a:r>
              <a:rPr lang="zh-CN" altLang="en-US" sz="2400" b="1" dirty="0">
                <a:solidFill>
                  <a:schemeClr val="tx2"/>
                </a:solidFill>
                <a:latin typeface="Times New Roman" panose="02020603050405020304" pitchFamily="18" charset="0"/>
                <a:ea typeface="楷体_GB2312" pitchFamily="49" charset="-122"/>
              </a:rPr>
              <a:t>是无</a:t>
            </a:r>
            <a:r>
              <a:rPr lang="en-US" altLang="zh-CN" sz="2400" b="1" dirty="0">
                <a:solidFill>
                  <a:schemeClr val="tx2"/>
                </a:solidFill>
                <a:latin typeface="Times New Roman" panose="02020603050405020304" pitchFamily="18" charset="0"/>
                <a:ea typeface="楷体_GB2312" pitchFamily="49" charset="-122"/>
              </a:rPr>
              <a:t>ε、</a:t>
            </a:r>
            <a:r>
              <a:rPr lang="zh-CN" altLang="en-US" sz="2400" b="1" dirty="0">
                <a:solidFill>
                  <a:schemeClr val="tx2"/>
                </a:solidFill>
                <a:latin typeface="Times New Roman" panose="02020603050405020304" pitchFamily="18" charset="0"/>
                <a:ea typeface="楷体_GB2312" pitchFamily="49" charset="-122"/>
              </a:rPr>
              <a:t>无循环、无无用符号、无单生成式的文法。</a:t>
            </a:r>
            <a:endParaRPr lang="zh-CN" altLang="en-US" sz="2400" b="1" dirty="0">
              <a:solidFill>
                <a:schemeClr val="tx2"/>
              </a:solidFill>
              <a:latin typeface="Times New Roman" panose="02020603050405020304" pitchFamily="18" charset="0"/>
              <a:ea typeface="楷体_GB2312" pitchFamily="49" charset="-122"/>
            </a:endParaRPr>
          </a:p>
          <a:p>
            <a:pPr lvl="1" indent="0" algn="just" rtl="0" eaLnBrk="1" fontAlgn="base" hangingPunct="1">
              <a:lnSpc>
                <a:spcPct val="120000"/>
              </a:lnSpc>
              <a:spcBef>
                <a:spcPct val="0"/>
              </a:spcBef>
              <a:spcAft>
                <a:spcPct val="0"/>
              </a:spcAft>
              <a:buClrTx/>
              <a:buFont typeface="Wingdings" panose="05000000000000000000" pitchFamily="2" charset="2"/>
              <a:buNone/>
            </a:pPr>
            <a:r>
              <a:rPr lang="zh-CN" altLang="en-US" sz="2400" b="1" dirty="0">
                <a:solidFill>
                  <a:schemeClr val="tx2"/>
                </a:solidFill>
                <a:latin typeface="Times New Roman" panose="02020603050405020304" pitchFamily="18" charset="0"/>
                <a:ea typeface="楷体_GB2312" pitchFamily="49" charset="-122"/>
              </a:rPr>
              <a:t> </a:t>
            </a:r>
            <a:r>
              <a:rPr lang="en-US" altLang="zh-CN" sz="2400" b="1" dirty="0">
                <a:solidFill>
                  <a:schemeClr val="tx2"/>
                </a:solidFill>
                <a:latin typeface="Times New Roman" panose="02020603050405020304" pitchFamily="18" charset="0"/>
                <a:ea typeface="楷体_GB2312" pitchFamily="49" charset="-122"/>
              </a:rPr>
              <a:t>P：S→aAB∣BA           A→BBB∣a       B→AS∣b</a:t>
            </a:r>
            <a:endParaRPr lang="en-US" altLang="zh-CN" sz="2400" b="1" dirty="0">
              <a:solidFill>
                <a:schemeClr val="tx2"/>
              </a:solidFill>
              <a:latin typeface="Times New Roman" panose="02020603050405020304" pitchFamily="18" charset="0"/>
              <a:ea typeface="楷体_GB2312" pitchFamily="49" charset="-122"/>
            </a:endParaRPr>
          </a:p>
          <a:p>
            <a:pPr lvl="1" indent="0" algn="just" rtl="0" eaLnBrk="1" fontAlgn="base" hangingPunct="1">
              <a:lnSpc>
                <a:spcPct val="120000"/>
              </a:lnSpc>
              <a:spcBef>
                <a:spcPct val="0"/>
              </a:spcBef>
              <a:spcAft>
                <a:spcPct val="0"/>
              </a:spcAft>
              <a:buClrTx/>
              <a:buFont typeface="Wingdings" panose="05000000000000000000" pitchFamily="2" charset="2"/>
              <a:buNone/>
            </a:pPr>
            <a:r>
              <a:rPr lang="en-US" altLang="zh-CN" sz="2400" b="1" dirty="0">
                <a:solidFill>
                  <a:schemeClr val="tx2"/>
                </a:solidFill>
                <a:latin typeface="Times New Roman" panose="02020603050405020304" pitchFamily="18" charset="0"/>
                <a:ea typeface="楷体_GB2312" pitchFamily="49" charset="-122"/>
              </a:rPr>
              <a:t>      </a:t>
            </a:r>
            <a:r>
              <a:rPr lang="zh-CN" altLang="en-US" sz="2400" b="1" dirty="0">
                <a:solidFill>
                  <a:schemeClr val="tx2"/>
                </a:solidFill>
                <a:latin typeface="Times New Roman" panose="02020603050405020304" pitchFamily="18" charset="0"/>
                <a:ea typeface="楷体_GB2312" pitchFamily="49" charset="-122"/>
              </a:rPr>
              <a:t>求等效的</a:t>
            </a:r>
            <a:r>
              <a:rPr lang="en-US" altLang="zh-CN" sz="2400" b="1" dirty="0">
                <a:solidFill>
                  <a:schemeClr val="tx2"/>
                </a:solidFill>
                <a:latin typeface="Times New Roman" panose="02020603050405020304" pitchFamily="18" charset="0"/>
                <a:ea typeface="楷体_GB2312" pitchFamily="49" charset="-122"/>
              </a:rPr>
              <a:t>CNF G</a:t>
            </a:r>
            <a:r>
              <a:rPr lang="en-US" altLang="zh-CN" sz="2400" b="1" baseline="-25000" dirty="0">
                <a:solidFill>
                  <a:schemeClr val="tx2"/>
                </a:solidFill>
                <a:latin typeface="Times New Roman" panose="02020603050405020304" pitchFamily="18" charset="0"/>
                <a:ea typeface="楷体_GB2312" pitchFamily="49" charset="-122"/>
              </a:rPr>
              <a:t>1</a:t>
            </a:r>
            <a:endParaRPr lang="en-US" altLang="zh-CN" sz="2400" b="1" baseline="-25000" dirty="0">
              <a:solidFill>
                <a:schemeClr val="tx2"/>
              </a:solidFill>
              <a:latin typeface="Times New Roman" panose="02020603050405020304" pitchFamily="18" charset="0"/>
              <a:ea typeface="楷体_GB2312" pitchFamily="49" charset="-122"/>
            </a:endParaRPr>
          </a:p>
          <a:p>
            <a:pPr algn="just">
              <a:lnSpc>
                <a:spcPct val="130000"/>
              </a:lnSpc>
              <a:buClrTx/>
              <a:buFont typeface="Wingdings" panose="05000000000000000000" pitchFamily="2" charset="2"/>
            </a:pPr>
            <a:r>
              <a:rPr lang="zh-CN" altLang="en-US" sz="2400" b="1" dirty="0">
                <a:solidFill>
                  <a:schemeClr val="tx2"/>
                </a:solidFill>
                <a:latin typeface="Times New Roman" panose="02020603050405020304" pitchFamily="18" charset="0"/>
                <a:ea typeface="楷体_GB2312" pitchFamily="49" charset="-122"/>
              </a:rPr>
              <a:t>解</a:t>
            </a:r>
            <a:r>
              <a:rPr lang="zh-CN" altLang="en-US" sz="2400" b="1" dirty="0">
                <a:solidFill>
                  <a:schemeClr val="tx2"/>
                </a:solidFill>
                <a:latin typeface="Times New Roman" panose="02020603050405020304" pitchFamily="18" charset="0"/>
              </a:rPr>
              <a:t>：∵ </a:t>
            </a:r>
            <a:r>
              <a:rPr lang="en-US" altLang="zh-CN" sz="2400" b="1" dirty="0">
                <a:solidFill>
                  <a:schemeClr val="tx2"/>
                </a:solidFill>
                <a:latin typeface="Times New Roman" panose="02020603050405020304" pitchFamily="18" charset="0"/>
              </a:rPr>
              <a:t>S→BA，A→a，B→AS, B→b</a:t>
            </a:r>
            <a:r>
              <a:rPr lang="zh-CN" altLang="en-US" sz="2400" b="1" dirty="0">
                <a:solidFill>
                  <a:schemeClr val="tx2"/>
                </a:solidFill>
                <a:latin typeface="Times New Roman" panose="02020603050405020304" pitchFamily="18" charset="0"/>
              </a:rPr>
              <a:t>已是</a:t>
            </a:r>
            <a:r>
              <a:rPr lang="en-US" altLang="zh-CN" sz="2400" b="1" dirty="0">
                <a:solidFill>
                  <a:schemeClr val="tx2"/>
                </a:solidFill>
                <a:latin typeface="Times New Roman" panose="02020603050405020304" pitchFamily="18" charset="0"/>
              </a:rPr>
              <a:t>CNF</a:t>
            </a:r>
            <a:endParaRPr lang="en-US" altLang="zh-CN" sz="2400" b="1" dirty="0">
              <a:solidFill>
                <a:schemeClr val="tx2"/>
              </a:solidFill>
              <a:latin typeface="Times New Roman" panose="02020603050405020304" pitchFamily="18" charset="0"/>
            </a:endParaRPr>
          </a:p>
          <a:p>
            <a:pPr algn="just">
              <a:lnSpc>
                <a:spcPct val="130000"/>
              </a:lnSpc>
              <a:buClrTx/>
              <a:buFont typeface="Wingdings" panose="05000000000000000000" pitchFamily="2" charset="2"/>
            </a:pPr>
            <a:r>
              <a:rPr lang="en-US" altLang="zh-CN" sz="2400" b="1" dirty="0">
                <a:solidFill>
                  <a:schemeClr val="tx2"/>
                </a:solidFill>
                <a:latin typeface="Times New Roman" panose="02020603050405020304" pitchFamily="18" charset="0"/>
              </a:rPr>
              <a:t>∴ </a:t>
            </a:r>
            <a:r>
              <a:rPr lang="zh-CN" altLang="en-US" sz="2400" b="1" dirty="0">
                <a:solidFill>
                  <a:schemeClr val="tx2"/>
                </a:solidFill>
                <a:latin typeface="Times New Roman" panose="02020603050405020304" pitchFamily="18" charset="0"/>
              </a:rPr>
              <a:t>加入到</a:t>
            </a:r>
            <a:r>
              <a:rPr lang="en-US" altLang="zh-CN" sz="2400" b="1" dirty="0">
                <a:solidFill>
                  <a:schemeClr val="tx2"/>
                </a:solidFill>
                <a:latin typeface="Times New Roman" panose="02020603050405020304" pitchFamily="18" charset="0"/>
              </a:rPr>
              <a:t>P</a:t>
            </a:r>
            <a:r>
              <a:rPr lang="en-US" altLang="zh-CN" sz="2400" b="1" baseline="-30000" dirty="0">
                <a:solidFill>
                  <a:schemeClr val="tx2"/>
                </a:solidFill>
                <a:latin typeface="Times New Roman" panose="02020603050405020304" pitchFamily="18" charset="0"/>
              </a:rPr>
              <a:t>1</a:t>
            </a:r>
            <a:r>
              <a:rPr lang="zh-CN" altLang="en-US" sz="2400" b="1" dirty="0">
                <a:solidFill>
                  <a:schemeClr val="tx2"/>
                </a:solidFill>
                <a:latin typeface="Times New Roman" panose="02020603050405020304" pitchFamily="18" charset="0"/>
              </a:rPr>
              <a:t>中</a:t>
            </a:r>
            <a:endParaRPr lang="zh-CN" altLang="en-US" sz="2400" b="1" dirty="0">
              <a:solidFill>
                <a:schemeClr val="tx2"/>
              </a:solidFill>
              <a:latin typeface="Times New Roman" panose="02020603050405020304" pitchFamily="18" charset="0"/>
            </a:endParaRPr>
          </a:p>
          <a:p>
            <a:pPr algn="just">
              <a:lnSpc>
                <a:spcPct val="130000"/>
              </a:lnSpc>
              <a:buClrTx/>
              <a:buFont typeface="Wingdings" panose="05000000000000000000" pitchFamily="2" charset="2"/>
            </a:pPr>
            <a:r>
              <a:rPr lang="zh-CN" altLang="en-US" sz="2400" b="1" dirty="0">
                <a:solidFill>
                  <a:schemeClr val="tx2"/>
                </a:solidFill>
                <a:latin typeface="Times New Roman" panose="02020603050405020304" pitchFamily="18" charset="0"/>
              </a:rPr>
              <a:t>对</a:t>
            </a:r>
            <a:r>
              <a:rPr lang="en-US" altLang="zh-CN" sz="2400" b="1" dirty="0">
                <a:solidFill>
                  <a:schemeClr val="tx2"/>
                </a:solidFill>
                <a:latin typeface="Times New Roman" panose="02020603050405020304" pitchFamily="18" charset="0"/>
              </a:rPr>
              <a:t>S→aAB，</a:t>
            </a:r>
            <a:r>
              <a:rPr lang="zh-CN" altLang="en-US" sz="2400" b="1" dirty="0">
                <a:solidFill>
                  <a:schemeClr val="tx2"/>
                </a:solidFill>
                <a:latin typeface="Times New Roman" panose="02020603050405020304" pitchFamily="18" charset="0"/>
              </a:rPr>
              <a:t>将其变换为</a:t>
            </a:r>
            <a:endParaRPr lang="zh-CN" altLang="en-US" sz="2400" b="1" dirty="0">
              <a:solidFill>
                <a:schemeClr val="tx2"/>
              </a:solidFill>
              <a:latin typeface="Times New Roman" panose="02020603050405020304" pitchFamily="18" charset="0"/>
            </a:endParaRPr>
          </a:p>
          <a:p>
            <a:pPr algn="just">
              <a:lnSpc>
                <a:spcPct val="130000"/>
              </a:lnSpc>
              <a:buClrTx/>
              <a:buFont typeface="Wingdings" panose="05000000000000000000" pitchFamily="2" charset="2"/>
            </a:pPr>
            <a:r>
              <a:rPr lang="en-US" altLang="zh-CN" sz="2400" b="1" dirty="0">
                <a:solidFill>
                  <a:schemeClr val="tx2"/>
                </a:solidFill>
                <a:latin typeface="Times New Roman" panose="02020603050405020304" pitchFamily="18" charset="0"/>
              </a:rPr>
              <a:t>S→C</a:t>
            </a:r>
            <a:r>
              <a:rPr lang="en-US" altLang="zh-CN" sz="2400" b="1" baseline="-30000" dirty="0">
                <a:solidFill>
                  <a:schemeClr val="tx2"/>
                </a:solidFill>
                <a:latin typeface="Times New Roman" panose="02020603050405020304" pitchFamily="18" charset="0"/>
              </a:rPr>
              <a:t>a</a:t>
            </a:r>
            <a:r>
              <a:rPr lang="en-US" altLang="zh-CN" sz="2400" b="1" dirty="0">
                <a:solidFill>
                  <a:schemeClr val="tx2"/>
                </a:solidFill>
                <a:latin typeface="Times New Roman" panose="02020603050405020304" pitchFamily="18" charset="0"/>
              </a:rPr>
              <a:t>C</a:t>
            </a:r>
            <a:r>
              <a:rPr lang="en-US" altLang="zh-CN" sz="2400" b="1" baseline="-30000" dirty="0">
                <a:solidFill>
                  <a:schemeClr val="tx2"/>
                </a:solidFill>
                <a:latin typeface="Times New Roman" panose="02020603050405020304" pitchFamily="18" charset="0"/>
              </a:rPr>
              <a:t>1</a:t>
            </a:r>
            <a:r>
              <a:rPr lang="en-US" altLang="zh-CN" sz="2400" b="1" dirty="0">
                <a:solidFill>
                  <a:schemeClr val="tx2"/>
                </a:solidFill>
                <a:latin typeface="Times New Roman" panose="02020603050405020304" pitchFamily="18" charset="0"/>
              </a:rPr>
              <a:t>，C</a:t>
            </a:r>
            <a:r>
              <a:rPr lang="en-US" altLang="zh-CN" sz="2400" b="1" baseline="-30000" dirty="0">
                <a:solidFill>
                  <a:schemeClr val="tx2"/>
                </a:solidFill>
                <a:latin typeface="Times New Roman" panose="02020603050405020304" pitchFamily="18" charset="0"/>
              </a:rPr>
              <a:t>a</a:t>
            </a:r>
            <a:r>
              <a:rPr lang="en-US" altLang="zh-CN" sz="2400" b="1" dirty="0">
                <a:solidFill>
                  <a:schemeClr val="tx2"/>
                </a:solidFill>
                <a:latin typeface="Times New Roman" panose="02020603050405020304" pitchFamily="18" charset="0"/>
              </a:rPr>
              <a:t>→a，C</a:t>
            </a:r>
            <a:r>
              <a:rPr lang="en-US" altLang="zh-CN" sz="2400" b="1" baseline="-30000" dirty="0">
                <a:solidFill>
                  <a:schemeClr val="tx2"/>
                </a:solidFill>
                <a:latin typeface="Times New Roman" panose="02020603050405020304" pitchFamily="18" charset="0"/>
              </a:rPr>
              <a:t>1</a:t>
            </a:r>
            <a:r>
              <a:rPr lang="en-US" altLang="zh-CN" sz="2400" b="1" dirty="0">
                <a:solidFill>
                  <a:schemeClr val="tx2"/>
                </a:solidFill>
                <a:latin typeface="Times New Roman" panose="02020603050405020304" pitchFamily="18" charset="0"/>
              </a:rPr>
              <a:t>→AB</a:t>
            </a:r>
            <a:endParaRPr lang="en-US" altLang="zh-CN" sz="2400" b="1" dirty="0">
              <a:solidFill>
                <a:schemeClr val="tx2"/>
              </a:solidFill>
              <a:latin typeface="Times New Roman" panose="02020603050405020304" pitchFamily="18" charset="0"/>
            </a:endParaRPr>
          </a:p>
          <a:p>
            <a:pPr algn="just">
              <a:lnSpc>
                <a:spcPct val="130000"/>
              </a:lnSpc>
              <a:buClrTx/>
              <a:buFont typeface="Wingdings" panose="05000000000000000000" pitchFamily="2" charset="2"/>
            </a:pPr>
            <a:r>
              <a:rPr lang="en-US" altLang="zh-CN" sz="2400" b="1" dirty="0">
                <a:solidFill>
                  <a:schemeClr val="tx2"/>
                </a:solidFill>
                <a:latin typeface="Times New Roman" panose="02020603050405020304" pitchFamily="18" charset="0"/>
              </a:rPr>
              <a:t>        </a:t>
            </a:r>
            <a:r>
              <a:rPr lang="zh-CN" altLang="en-US" sz="2400" b="1" dirty="0">
                <a:solidFill>
                  <a:schemeClr val="tx2"/>
                </a:solidFill>
                <a:latin typeface="Times New Roman" panose="02020603050405020304" pitchFamily="18" charset="0"/>
              </a:rPr>
              <a:t>将</a:t>
            </a:r>
            <a:r>
              <a:rPr lang="en-US" altLang="zh-CN" sz="2400" b="1" dirty="0">
                <a:solidFill>
                  <a:schemeClr val="tx2"/>
                </a:solidFill>
                <a:latin typeface="Times New Roman" panose="02020603050405020304" pitchFamily="18" charset="0"/>
              </a:rPr>
              <a:t>A→BBB</a:t>
            </a:r>
            <a:r>
              <a:rPr lang="zh-CN" altLang="en-US" sz="2400" b="1" dirty="0">
                <a:solidFill>
                  <a:schemeClr val="tx2"/>
                </a:solidFill>
                <a:latin typeface="Times New Roman" panose="02020603050405020304" pitchFamily="18" charset="0"/>
              </a:rPr>
              <a:t>变换为</a:t>
            </a:r>
            <a:endParaRPr lang="zh-CN" altLang="en-US" sz="2400" b="1" dirty="0">
              <a:solidFill>
                <a:schemeClr val="tx2"/>
              </a:solidFill>
              <a:latin typeface="Times New Roman" panose="02020603050405020304" pitchFamily="18" charset="0"/>
            </a:endParaRPr>
          </a:p>
          <a:p>
            <a:pPr algn="just">
              <a:lnSpc>
                <a:spcPct val="130000"/>
              </a:lnSpc>
              <a:buClrTx/>
              <a:buFont typeface="Wingdings" panose="05000000000000000000" pitchFamily="2" charset="2"/>
            </a:pPr>
            <a:r>
              <a:rPr lang="en-US" altLang="zh-CN" sz="2400" b="1" dirty="0">
                <a:solidFill>
                  <a:schemeClr val="tx2"/>
                </a:solidFill>
                <a:latin typeface="Times New Roman" panose="02020603050405020304" pitchFamily="18" charset="0"/>
              </a:rPr>
              <a:t>A→BC</a:t>
            </a:r>
            <a:r>
              <a:rPr lang="en-US" altLang="zh-CN" sz="2400" b="1" baseline="-30000" dirty="0">
                <a:solidFill>
                  <a:schemeClr val="tx2"/>
                </a:solidFill>
                <a:latin typeface="Times New Roman" panose="02020603050405020304" pitchFamily="18" charset="0"/>
              </a:rPr>
              <a:t>2</a:t>
            </a:r>
            <a:r>
              <a:rPr lang="en-US" altLang="zh-CN" sz="2400" b="1" dirty="0">
                <a:solidFill>
                  <a:schemeClr val="tx2"/>
                </a:solidFill>
                <a:latin typeface="Times New Roman" panose="02020603050405020304" pitchFamily="18" charset="0"/>
              </a:rPr>
              <a:t>，C</a:t>
            </a:r>
            <a:r>
              <a:rPr lang="en-US" altLang="zh-CN" sz="2400" b="1" baseline="-30000" dirty="0">
                <a:solidFill>
                  <a:schemeClr val="tx2"/>
                </a:solidFill>
                <a:latin typeface="Times New Roman" panose="02020603050405020304" pitchFamily="18" charset="0"/>
              </a:rPr>
              <a:t>2</a:t>
            </a:r>
            <a:r>
              <a:rPr lang="en-US" altLang="zh-CN" sz="2400" b="1" dirty="0">
                <a:solidFill>
                  <a:schemeClr val="tx2"/>
                </a:solidFill>
                <a:latin typeface="Times New Roman" panose="02020603050405020304" pitchFamily="18" charset="0"/>
              </a:rPr>
              <a:t>→BB</a:t>
            </a:r>
            <a:r>
              <a:rPr lang="zh-CN" altLang="en-US" sz="2400" b="1" dirty="0">
                <a:solidFill>
                  <a:schemeClr val="tx2"/>
                </a:solidFill>
                <a:latin typeface="Times New Roman" panose="02020603050405020304" pitchFamily="18" charset="0"/>
                <a:ea typeface="楷体_GB2312" pitchFamily="49" charset="-122"/>
              </a:rPr>
              <a:t>.</a:t>
            </a:r>
            <a:endParaRPr lang="en-US" altLang="zh-CN" sz="2400" b="1" dirty="0">
              <a:solidFill>
                <a:schemeClr val="tx2"/>
              </a:solidFill>
              <a:latin typeface="Times New Roman" panose="02020603050405020304" pitchFamily="18" charset="0"/>
              <a:ea typeface="楷体_GB2312" pitchFamily="49" charset="-122"/>
            </a:endParaRPr>
          </a:p>
        </p:txBody>
      </p:sp>
    </p:spTree>
  </p:cSld>
  <p:clrMapOvr>
    <a:masterClrMapping/>
  </p:clrMapOvr>
  <p:transition spd="med">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灯片编号占位符 1"/>
          <p:cNvSpPr>
            <a:spLocks noGrp="1"/>
          </p:cNvSpPr>
          <p:nvPr>
            <p:ph type="sldNum" sz="quarter" idx="10"/>
          </p:nvPr>
        </p:nvSpPr>
        <p:spPr>
          <a:ln/>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rgbClr val="009999"/>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5pPr>
          </a:lstStyle>
          <a:p>
            <a:pPr lvl="0" algn="r" eaLnBrk="1" hangingPunct="1">
              <a:buSzTx/>
            </a:pPr>
            <a:fld id="{9A0DB2DC-4C9A-4742-B13C-FB6460FD3503}" type="slidenum">
              <a:rPr lang="" altLang="en-US" sz="1200" b="1" i="1" dirty="0">
                <a:latin typeface="Arial Narrow" panose="020B0606020202030204" pitchFamily="34" charset="0"/>
              </a:rPr>
            </a:fld>
            <a:endParaRPr lang="" altLang="en-US" sz="1200" b="1" i="1" dirty="0">
              <a:latin typeface="Arial Narrow" panose="020B0606020202030204" pitchFamily="34" charset="0"/>
            </a:endParaRPr>
          </a:p>
        </p:txBody>
      </p:sp>
      <p:sp>
        <p:nvSpPr>
          <p:cNvPr id="9218" name="页脚占位符 2"/>
          <p:cNvSpPr>
            <a:spLocks noGrp="1"/>
          </p:cNvSpPr>
          <p:nvPr>
            <p:ph type="ftr" sz="quarter" idx="11"/>
          </p:nvPr>
        </p:nvSpPr>
        <p:spPr>
          <a:ln/>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rgbClr val="009999"/>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buClrTx/>
              <a:buFontTx/>
            </a:pPr>
            <a:r>
              <a:rPr lang="" altLang="zh-CN" sz="1200" b="1" i="1" dirty="0">
                <a:latin typeface="Arial Narrow" panose="020B0606020202030204" pitchFamily="34" charset="0"/>
              </a:rPr>
              <a:t>School of Computer Science, BUPT</a:t>
            </a:r>
            <a:endParaRPr lang="" altLang="en-US" sz="1200" b="1" i="1" dirty="0">
              <a:latin typeface="Arial Narrow" panose="020B0606020202030204" pitchFamily="34" charset="0"/>
            </a:endParaRPr>
          </a:p>
        </p:txBody>
      </p:sp>
      <p:sp>
        <p:nvSpPr>
          <p:cNvPr id="9219" name="Rectangle 2"/>
          <p:cNvSpPr/>
          <p:nvPr/>
        </p:nvSpPr>
        <p:spPr>
          <a:xfrm>
            <a:off x="762000" y="457200"/>
            <a:ext cx="8001000" cy="609600"/>
          </a:xfrm>
          <a:prstGeom prst="rect">
            <a:avLst/>
          </a:prstGeom>
          <a:noFill/>
          <a:ln w="9525">
            <a:noFill/>
          </a:ln>
        </p:spPr>
        <p:txBody>
          <a:bodyPr anchor="b" anchorCtr="0"/>
          <a:p>
            <a:pPr algn="ctr">
              <a:lnSpc>
                <a:spcPct val="90000"/>
              </a:lnSpc>
            </a:pPr>
            <a:r>
              <a:rPr lang="zh-CN" altLang="en-US" sz="2800" b="1" dirty="0">
                <a:solidFill>
                  <a:srgbClr val="800080"/>
                </a:solidFill>
                <a:latin typeface="Arial" panose="020B0604020202020204" pitchFamily="34" charset="0"/>
                <a:ea typeface="华文行楷" panose="02010800040101010101" pitchFamily="2" charset="-122"/>
                <a:sym typeface="Symbol" panose="05050102010706020507" pitchFamily="18" charset="2"/>
              </a:rPr>
              <a:t>课堂练习</a:t>
            </a:r>
            <a:endParaRPr lang="zh-CN" altLang="en-US" sz="2800" b="1" dirty="0">
              <a:solidFill>
                <a:srgbClr val="800080"/>
              </a:solidFill>
              <a:latin typeface="Arial" panose="020B0604020202020204" pitchFamily="34" charset="0"/>
              <a:ea typeface="华文行楷" panose="02010800040101010101" pitchFamily="2" charset="-122"/>
              <a:sym typeface="Symbol" panose="05050102010706020507" pitchFamily="18" charset="2"/>
            </a:endParaRPr>
          </a:p>
        </p:txBody>
      </p:sp>
      <p:sp>
        <p:nvSpPr>
          <p:cNvPr id="9221" name="Rectangle 3"/>
          <p:cNvSpPr/>
          <p:nvPr/>
        </p:nvSpPr>
        <p:spPr>
          <a:xfrm>
            <a:off x="381000" y="1295400"/>
            <a:ext cx="8153400" cy="3844925"/>
          </a:xfrm>
          <a:prstGeom prst="rect">
            <a:avLst/>
          </a:prstGeom>
          <a:noFill/>
          <a:ln w="9525">
            <a:noFill/>
          </a:ln>
        </p:spPr>
        <p:txBody>
          <a:bodyPr anchor="t" anchorCtr="0">
            <a:spAutoFit/>
          </a:bodyPr>
          <a:p>
            <a:pPr>
              <a:buFont typeface="Wingdings" panose="05000000000000000000" pitchFamily="2" charset="2"/>
            </a:pPr>
            <a:r>
              <a:rPr lang="zh-CN" altLang="en-US" sz="2800" b="1" dirty="0">
                <a:solidFill>
                  <a:srgbClr val="800080"/>
                </a:solidFill>
                <a:latin typeface="Times New Roman" panose="02020603050405020304" pitchFamily="18" charset="0"/>
                <a:ea typeface="华文行楷" panose="02010800040101010101" pitchFamily="2" charset="-122"/>
              </a:rPr>
              <a:t> 例:  </a:t>
            </a:r>
            <a:r>
              <a:rPr lang="zh-CN" altLang="en-US" sz="2400" b="1" dirty="0">
                <a:solidFill>
                  <a:schemeClr val="tx2"/>
                </a:solidFill>
                <a:latin typeface="Times New Roman" panose="02020603050405020304" pitchFamily="18" charset="0"/>
              </a:rPr>
              <a:t>2型文法</a:t>
            </a:r>
            <a:r>
              <a:rPr lang="en-US" altLang="zh-CN" sz="2400" b="1" dirty="0">
                <a:solidFill>
                  <a:schemeClr val="tx2"/>
                </a:solidFill>
                <a:latin typeface="Times New Roman" panose="02020603050405020304" pitchFamily="18" charset="0"/>
              </a:rPr>
              <a:t>G＝（{A，B，S}，{a，b}，P，S）</a:t>
            </a:r>
            <a:endParaRPr lang="en-US" altLang="zh-CN" sz="2400" b="1" dirty="0">
              <a:solidFill>
                <a:schemeClr val="tx2"/>
              </a:solidFill>
              <a:latin typeface="Times New Roman" panose="02020603050405020304" pitchFamily="18" charset="0"/>
            </a:endParaRPr>
          </a:p>
          <a:p>
            <a:pPr algn="just">
              <a:buFont typeface="Wingdings" panose="05000000000000000000" pitchFamily="2" charset="2"/>
            </a:pPr>
            <a:r>
              <a:rPr lang="en-US" altLang="zh-CN" sz="2400" b="1" dirty="0">
                <a:solidFill>
                  <a:schemeClr val="tx2"/>
                </a:solidFill>
                <a:latin typeface="Times New Roman" panose="02020603050405020304" pitchFamily="18" charset="0"/>
              </a:rPr>
              <a:t>   P: S→bA∣aB   A→bAA∣aS∣a     B→aBB∣bS∣b</a:t>
            </a:r>
            <a:endParaRPr lang="en-US" altLang="zh-CN" sz="2400" b="1" dirty="0">
              <a:solidFill>
                <a:schemeClr val="tx2"/>
              </a:solidFill>
              <a:latin typeface="Times New Roman" panose="02020603050405020304" pitchFamily="18" charset="0"/>
            </a:endParaRPr>
          </a:p>
          <a:p>
            <a:pPr algn="just">
              <a:buFont typeface="Wingdings" panose="05000000000000000000" pitchFamily="2" charset="2"/>
            </a:pPr>
            <a:r>
              <a:rPr lang="en-US" altLang="zh-CN" sz="2400" b="1" dirty="0">
                <a:solidFill>
                  <a:schemeClr val="tx2"/>
                </a:solidFill>
                <a:latin typeface="Times New Roman" panose="02020603050405020304" pitchFamily="18" charset="0"/>
              </a:rPr>
              <a:t>  </a:t>
            </a:r>
            <a:r>
              <a:rPr lang="zh-CN" altLang="en-US" sz="2400" b="1" dirty="0">
                <a:solidFill>
                  <a:schemeClr val="tx2"/>
                </a:solidFill>
                <a:latin typeface="Times New Roman" panose="02020603050405020304" pitchFamily="18" charset="0"/>
              </a:rPr>
              <a:t>求等效的</a:t>
            </a:r>
            <a:r>
              <a:rPr lang="en-US" altLang="zh-CN" sz="2400" b="1" dirty="0">
                <a:solidFill>
                  <a:schemeClr val="tx2"/>
                </a:solidFill>
                <a:latin typeface="Times New Roman" panose="02020603050405020304" pitchFamily="18" charset="0"/>
              </a:rPr>
              <a:t>CNF</a:t>
            </a:r>
            <a:endParaRPr lang="en-US" altLang="zh-CN" sz="2400" b="1" dirty="0">
              <a:solidFill>
                <a:schemeClr val="tx2"/>
              </a:solidFill>
              <a:latin typeface="Times New Roman" panose="02020603050405020304" pitchFamily="18" charset="0"/>
            </a:endParaRPr>
          </a:p>
          <a:p>
            <a:pPr algn="just">
              <a:lnSpc>
                <a:spcPct val="190000"/>
              </a:lnSpc>
              <a:buFont typeface="Wingdings" panose="05000000000000000000" pitchFamily="2" charset="2"/>
            </a:pPr>
            <a:r>
              <a:rPr lang="zh-CN" altLang="en-US" sz="2400" b="1" dirty="0">
                <a:solidFill>
                  <a:schemeClr val="tx2"/>
                </a:solidFill>
                <a:latin typeface="Times New Roman" panose="02020603050405020304" pitchFamily="18" charset="0"/>
                <a:ea typeface="楷体_GB2312" pitchFamily="49" charset="-122"/>
              </a:rPr>
              <a:t>解</a:t>
            </a:r>
            <a:r>
              <a:rPr lang="zh-CN" altLang="en-US" sz="2400" b="1" dirty="0">
                <a:solidFill>
                  <a:schemeClr val="tx2"/>
                </a:solidFill>
                <a:latin typeface="Times New Roman" panose="02020603050405020304" pitchFamily="18" charset="0"/>
              </a:rPr>
              <a:t>：</a:t>
            </a:r>
            <a:r>
              <a:rPr lang="en-US" altLang="zh-CN" sz="2400" b="1" dirty="0">
                <a:solidFill>
                  <a:schemeClr val="tx2"/>
                </a:solidFill>
                <a:latin typeface="Times New Roman" panose="02020603050405020304" pitchFamily="18" charset="0"/>
              </a:rPr>
              <a:t>S→C</a:t>
            </a:r>
            <a:r>
              <a:rPr lang="en-US" altLang="zh-CN" sz="2400" b="1" baseline="-30000" dirty="0">
                <a:solidFill>
                  <a:schemeClr val="tx2"/>
                </a:solidFill>
                <a:latin typeface="Times New Roman" panose="02020603050405020304" pitchFamily="18" charset="0"/>
              </a:rPr>
              <a:t>b</a:t>
            </a:r>
            <a:r>
              <a:rPr lang="en-US" altLang="zh-CN" sz="2400" b="1" dirty="0">
                <a:solidFill>
                  <a:schemeClr val="tx2"/>
                </a:solidFill>
                <a:latin typeface="Times New Roman" panose="02020603050405020304" pitchFamily="18" charset="0"/>
              </a:rPr>
              <a:t>A∣C</a:t>
            </a:r>
            <a:r>
              <a:rPr lang="en-US" altLang="zh-CN" sz="2400" b="1" baseline="-30000" dirty="0">
                <a:solidFill>
                  <a:schemeClr val="tx2"/>
                </a:solidFill>
                <a:latin typeface="Times New Roman" panose="02020603050405020304" pitchFamily="18" charset="0"/>
              </a:rPr>
              <a:t>a</a:t>
            </a:r>
            <a:r>
              <a:rPr lang="en-US" altLang="zh-CN" sz="2400" b="1" dirty="0">
                <a:solidFill>
                  <a:schemeClr val="tx2"/>
                </a:solidFill>
                <a:latin typeface="Times New Roman" panose="02020603050405020304" pitchFamily="18" charset="0"/>
              </a:rPr>
              <a:t>B，</a:t>
            </a:r>
            <a:r>
              <a:rPr lang="zh-CN" altLang="en-US" sz="2400" b="1" dirty="0">
                <a:solidFill>
                  <a:schemeClr val="tx2"/>
                </a:solidFill>
                <a:latin typeface="Times New Roman" panose="02020603050405020304" pitchFamily="18" charset="0"/>
              </a:rPr>
              <a:t>增加</a:t>
            </a:r>
            <a:r>
              <a:rPr lang="en-US" altLang="zh-CN" sz="2400" b="1" dirty="0">
                <a:solidFill>
                  <a:schemeClr val="tx2"/>
                </a:solidFill>
                <a:latin typeface="Times New Roman" panose="02020603050405020304" pitchFamily="18" charset="0"/>
              </a:rPr>
              <a:t>C</a:t>
            </a:r>
            <a:r>
              <a:rPr lang="en-US" altLang="zh-CN" sz="2400" b="1" baseline="-30000" dirty="0">
                <a:solidFill>
                  <a:schemeClr val="tx2"/>
                </a:solidFill>
                <a:latin typeface="Times New Roman" panose="02020603050405020304" pitchFamily="18" charset="0"/>
              </a:rPr>
              <a:t>b</a:t>
            </a:r>
            <a:r>
              <a:rPr lang="en-US" altLang="zh-CN" sz="2400" b="1" dirty="0">
                <a:solidFill>
                  <a:schemeClr val="tx2"/>
                </a:solidFill>
                <a:latin typeface="Times New Roman" panose="02020603050405020304" pitchFamily="18" charset="0"/>
              </a:rPr>
              <a:t>→b，C</a:t>
            </a:r>
            <a:r>
              <a:rPr lang="en-US" altLang="zh-CN" sz="2400" b="1" baseline="-30000" dirty="0">
                <a:solidFill>
                  <a:schemeClr val="tx2"/>
                </a:solidFill>
                <a:latin typeface="Times New Roman" panose="02020603050405020304" pitchFamily="18" charset="0"/>
              </a:rPr>
              <a:t>a</a:t>
            </a:r>
            <a:r>
              <a:rPr lang="en-US" altLang="zh-CN" sz="2400" b="1" dirty="0">
                <a:solidFill>
                  <a:schemeClr val="tx2"/>
                </a:solidFill>
                <a:latin typeface="Times New Roman" panose="02020603050405020304" pitchFamily="18" charset="0"/>
              </a:rPr>
              <a:t>→a</a:t>
            </a:r>
            <a:endParaRPr lang="en-US" altLang="zh-CN" sz="2400" b="1" dirty="0">
              <a:solidFill>
                <a:schemeClr val="tx2"/>
              </a:solidFill>
              <a:latin typeface="Times New Roman" panose="02020603050405020304" pitchFamily="18" charset="0"/>
            </a:endParaRPr>
          </a:p>
          <a:p>
            <a:pPr algn="just">
              <a:lnSpc>
                <a:spcPct val="190000"/>
              </a:lnSpc>
              <a:buFont typeface="Wingdings" panose="05000000000000000000" pitchFamily="2" charset="2"/>
            </a:pPr>
            <a:r>
              <a:rPr lang="en-US" altLang="zh-CN" sz="2400" b="1" dirty="0">
                <a:solidFill>
                  <a:schemeClr val="tx2"/>
                </a:solidFill>
                <a:latin typeface="Times New Roman" panose="02020603050405020304" pitchFamily="18" charset="0"/>
              </a:rPr>
              <a:t>    A→C</a:t>
            </a:r>
            <a:r>
              <a:rPr lang="en-US" altLang="zh-CN" sz="2400" b="1" baseline="-30000" dirty="0">
                <a:solidFill>
                  <a:schemeClr val="tx2"/>
                </a:solidFill>
                <a:latin typeface="Times New Roman" panose="02020603050405020304" pitchFamily="18" charset="0"/>
              </a:rPr>
              <a:t>b</a:t>
            </a:r>
            <a:r>
              <a:rPr lang="en-US" altLang="zh-CN" sz="2400" b="1" dirty="0">
                <a:solidFill>
                  <a:schemeClr val="tx2"/>
                </a:solidFill>
                <a:latin typeface="Times New Roman" panose="02020603050405020304" pitchFamily="18" charset="0"/>
              </a:rPr>
              <a:t>D∣C</a:t>
            </a:r>
            <a:r>
              <a:rPr lang="en-US" altLang="zh-CN" sz="2400" b="1" baseline="-30000" dirty="0">
                <a:solidFill>
                  <a:schemeClr val="tx2"/>
                </a:solidFill>
                <a:latin typeface="Times New Roman" panose="02020603050405020304" pitchFamily="18" charset="0"/>
              </a:rPr>
              <a:t>a</a:t>
            </a:r>
            <a:r>
              <a:rPr lang="en-US" altLang="zh-CN" sz="2400" b="1" dirty="0">
                <a:solidFill>
                  <a:schemeClr val="tx2"/>
                </a:solidFill>
                <a:latin typeface="Times New Roman" panose="02020603050405020304" pitchFamily="18" charset="0"/>
              </a:rPr>
              <a:t>S∣a，</a:t>
            </a:r>
            <a:r>
              <a:rPr lang="zh-CN" altLang="en-US" sz="2400" b="1" dirty="0">
                <a:solidFill>
                  <a:schemeClr val="tx2"/>
                </a:solidFill>
                <a:latin typeface="Times New Roman" panose="02020603050405020304" pitchFamily="18" charset="0"/>
              </a:rPr>
              <a:t>增加</a:t>
            </a:r>
            <a:r>
              <a:rPr lang="en-US" altLang="zh-CN" sz="2400" b="1" dirty="0">
                <a:solidFill>
                  <a:schemeClr val="tx2"/>
                </a:solidFill>
                <a:latin typeface="Times New Roman" panose="02020603050405020304" pitchFamily="18" charset="0"/>
              </a:rPr>
              <a:t>D→AA</a:t>
            </a:r>
            <a:endParaRPr lang="en-US" altLang="zh-CN" sz="2400" b="1" dirty="0">
              <a:solidFill>
                <a:schemeClr val="tx2"/>
              </a:solidFill>
              <a:latin typeface="Times New Roman" panose="02020603050405020304" pitchFamily="18" charset="0"/>
            </a:endParaRPr>
          </a:p>
          <a:p>
            <a:pPr algn="just">
              <a:lnSpc>
                <a:spcPct val="190000"/>
              </a:lnSpc>
              <a:buFont typeface="Wingdings" panose="05000000000000000000" pitchFamily="2" charset="2"/>
            </a:pPr>
            <a:r>
              <a:rPr lang="en-US" altLang="zh-CN" sz="2400" b="1" dirty="0">
                <a:solidFill>
                  <a:schemeClr val="tx2"/>
                </a:solidFill>
                <a:latin typeface="Times New Roman" panose="02020603050405020304" pitchFamily="18" charset="0"/>
              </a:rPr>
              <a:t>    B→C</a:t>
            </a:r>
            <a:r>
              <a:rPr lang="en-US" altLang="zh-CN" sz="2400" b="1" baseline="-30000" dirty="0">
                <a:solidFill>
                  <a:schemeClr val="tx2"/>
                </a:solidFill>
                <a:latin typeface="Times New Roman" panose="02020603050405020304" pitchFamily="18" charset="0"/>
              </a:rPr>
              <a:t>a</a:t>
            </a:r>
            <a:r>
              <a:rPr lang="en-US" altLang="zh-CN" sz="2400" b="1" dirty="0">
                <a:solidFill>
                  <a:schemeClr val="tx2"/>
                </a:solidFill>
                <a:latin typeface="Times New Roman" panose="02020603050405020304" pitchFamily="18" charset="0"/>
              </a:rPr>
              <a:t>E∣C</a:t>
            </a:r>
            <a:r>
              <a:rPr lang="en-US" altLang="zh-CN" sz="2400" b="1" baseline="-30000" dirty="0">
                <a:solidFill>
                  <a:schemeClr val="tx2"/>
                </a:solidFill>
                <a:latin typeface="Times New Roman" panose="02020603050405020304" pitchFamily="18" charset="0"/>
              </a:rPr>
              <a:t>b</a:t>
            </a:r>
            <a:r>
              <a:rPr lang="en-US" altLang="zh-CN" sz="2400" b="1" dirty="0">
                <a:solidFill>
                  <a:schemeClr val="tx2"/>
                </a:solidFill>
                <a:latin typeface="Times New Roman" panose="02020603050405020304" pitchFamily="18" charset="0"/>
              </a:rPr>
              <a:t>S∣b，</a:t>
            </a:r>
            <a:r>
              <a:rPr lang="zh-CN" altLang="en-US" sz="2400" b="1" dirty="0">
                <a:solidFill>
                  <a:schemeClr val="tx2"/>
                </a:solidFill>
                <a:latin typeface="Times New Roman" panose="02020603050405020304" pitchFamily="18" charset="0"/>
              </a:rPr>
              <a:t>增加</a:t>
            </a:r>
            <a:r>
              <a:rPr lang="en-US" altLang="zh-CN" sz="2400" b="1" dirty="0">
                <a:solidFill>
                  <a:schemeClr val="tx2"/>
                </a:solidFill>
                <a:latin typeface="Times New Roman" panose="02020603050405020304" pitchFamily="18" charset="0"/>
              </a:rPr>
              <a:t>E→BB</a:t>
            </a:r>
            <a:endParaRPr lang="en-US" altLang="zh-CN" sz="2400" b="1" dirty="0">
              <a:solidFill>
                <a:schemeClr val="tx2"/>
              </a:solidFill>
              <a:latin typeface="Times New Roman" panose="02020603050405020304" pitchFamily="18" charset="0"/>
            </a:endParaRPr>
          </a:p>
          <a:p>
            <a:pPr algn="just">
              <a:lnSpc>
                <a:spcPct val="130000"/>
              </a:lnSpc>
              <a:buFont typeface="Wingdings" panose="05000000000000000000" pitchFamily="2" charset="2"/>
            </a:pPr>
            <a:endParaRPr lang="en-US" altLang="zh-CN" sz="2400" b="1" dirty="0">
              <a:solidFill>
                <a:schemeClr val="tx2"/>
              </a:solidFill>
              <a:latin typeface="Times New Roman" panose="02020603050405020304" pitchFamily="18" charset="0"/>
              <a:ea typeface="楷体_GB2312" pitchFamily="49" charset="-122"/>
            </a:endParaRP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21">
                                            <p:txEl>
                                              <p:charRg st="83" end="10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221">
                                            <p:txEl>
                                              <p:charRg st="107" end="13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221">
                                            <p:txEl>
                                              <p:charRg st="130" end="15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灯片编号占位符 3"/>
          <p:cNvSpPr>
            <a:spLocks noGrp="1"/>
          </p:cNvSpPr>
          <p:nvPr>
            <p:ph type="sldNum" sz="quarter" idx="10"/>
          </p:nvPr>
        </p:nvSpPr>
        <p:spPr>
          <a:ln/>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rgbClr val="009999"/>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5pPr>
          </a:lstStyle>
          <a:p>
            <a:pPr lvl="0" algn="r" eaLnBrk="1" hangingPunct="1">
              <a:buSzTx/>
            </a:pPr>
            <a:fld id="{9A0DB2DC-4C9A-4742-B13C-FB6460FD3503}" type="slidenum">
              <a:rPr lang="" altLang="en-US" sz="1200" b="1" i="1" dirty="0">
                <a:latin typeface="Arial Narrow" panose="020B0606020202030204" pitchFamily="34" charset="0"/>
              </a:rPr>
            </a:fld>
            <a:endParaRPr lang="" altLang="en-US" sz="1200" b="1" i="1" dirty="0">
              <a:latin typeface="Arial Narrow" panose="020B0606020202030204" pitchFamily="34" charset="0"/>
            </a:endParaRPr>
          </a:p>
        </p:txBody>
      </p:sp>
      <p:sp>
        <p:nvSpPr>
          <p:cNvPr id="10242" name="页脚占位符 4"/>
          <p:cNvSpPr>
            <a:spLocks noGrp="1"/>
          </p:cNvSpPr>
          <p:nvPr>
            <p:ph type="ftr" sz="quarter" idx="11"/>
          </p:nvPr>
        </p:nvSpPr>
        <p:spPr>
          <a:ln/>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rgbClr val="009999"/>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buClrTx/>
              <a:buFontTx/>
            </a:pPr>
            <a:r>
              <a:rPr lang="" altLang="zh-CN" sz="1200" b="1" i="1" dirty="0">
                <a:latin typeface="Arial Narrow" panose="020B0606020202030204" pitchFamily="34" charset="0"/>
              </a:rPr>
              <a:t>School of Computer Science, BUPT</a:t>
            </a:r>
            <a:endParaRPr lang="" altLang="en-US" sz="1200" b="1" i="1" dirty="0">
              <a:latin typeface="Arial Narrow" panose="020B0606020202030204" pitchFamily="34" charset="0"/>
            </a:endParaRPr>
          </a:p>
        </p:txBody>
      </p:sp>
      <p:sp>
        <p:nvSpPr>
          <p:cNvPr id="10243" name="Rectangle 2"/>
          <p:cNvSpPr>
            <a:spLocks noGrp="1"/>
          </p:cNvSpPr>
          <p:nvPr>
            <p:ph type="title"/>
          </p:nvPr>
        </p:nvSpPr>
        <p:spPr>
          <a:xfrm>
            <a:off x="1116013" y="304800"/>
            <a:ext cx="7107237" cy="838200"/>
          </a:xfrm>
          <a:ln/>
        </p:spPr>
        <p:txBody>
          <a:bodyPr vert="horz" wrap="square" lIns="91440" tIns="45720" rIns="91440" bIns="45720" anchor="b" anchorCtr="0"/>
          <a:p>
            <a:pPr eaLnBrk="1" hangingPunct="1"/>
            <a:r>
              <a:rPr lang="en-US" altLang="zh-CN" b="1" dirty="0">
                <a:solidFill>
                  <a:srgbClr val="800080"/>
                </a:solidFill>
                <a:latin typeface="宋体" panose="02010600030101010101" pitchFamily="2" charset="-122"/>
              </a:rPr>
              <a:t>Greibach</a:t>
            </a:r>
            <a:r>
              <a:rPr lang="zh-CN" altLang="en-US" b="1" dirty="0">
                <a:solidFill>
                  <a:srgbClr val="800080"/>
                </a:solidFill>
                <a:latin typeface="宋体" panose="02010600030101010101" pitchFamily="2" charset="-122"/>
              </a:rPr>
              <a:t>范式</a:t>
            </a:r>
            <a:endParaRPr lang="zh-CN" altLang="en-US" b="1" dirty="0">
              <a:solidFill>
                <a:srgbClr val="800080"/>
              </a:solidFill>
              <a:latin typeface="Arial" panose="020B0604020202020204" pitchFamily="34" charset="0"/>
              <a:ea typeface="楷体_GB2312" pitchFamily="49" charset="-122"/>
            </a:endParaRPr>
          </a:p>
        </p:txBody>
      </p:sp>
      <p:sp>
        <p:nvSpPr>
          <p:cNvPr id="10244" name="Rectangle 3"/>
          <p:cNvSpPr>
            <a:spLocks noGrp="1"/>
          </p:cNvSpPr>
          <p:nvPr>
            <p:ph idx="1"/>
          </p:nvPr>
        </p:nvSpPr>
        <p:spPr>
          <a:xfrm>
            <a:off x="228600" y="1447800"/>
            <a:ext cx="8458200" cy="4876800"/>
          </a:xfrm>
          <a:ln/>
        </p:spPr>
        <p:txBody>
          <a:bodyPr vert="horz" wrap="square" lIns="91440" tIns="45720" rIns="91440" bIns="45720" anchor="t" anchorCtr="0"/>
          <a:p>
            <a:pPr marL="5080" indent="34925" eaLnBrk="1" hangingPunct="1"/>
            <a:r>
              <a:rPr lang="en-US" altLang="zh-CN" b="0" dirty="0">
                <a:solidFill>
                  <a:srgbClr val="333399"/>
                </a:solidFill>
                <a:latin typeface="Arial" panose="020B0604020202020204" pitchFamily="34" charset="0"/>
                <a:sym typeface="Symbol" panose="05050102010706020507" pitchFamily="18" charset="2"/>
              </a:rPr>
              <a:t> Greibach</a:t>
            </a:r>
            <a:r>
              <a:rPr lang="zh-CN" altLang="en-US" b="0" dirty="0">
                <a:solidFill>
                  <a:srgbClr val="333399"/>
                </a:solidFill>
                <a:latin typeface="Arial" panose="020B0604020202020204" pitchFamily="34" charset="0"/>
                <a:sym typeface="Symbol" panose="05050102010706020507" pitchFamily="18" charset="2"/>
              </a:rPr>
              <a:t>范式 (</a:t>
            </a:r>
            <a:r>
              <a:rPr lang="en-US" altLang="zh-CN" b="0" dirty="0">
                <a:solidFill>
                  <a:srgbClr val="333399"/>
                </a:solidFill>
                <a:latin typeface="Arial" panose="020B0604020202020204" pitchFamily="34" charset="0"/>
                <a:sym typeface="Symbol" panose="05050102010706020507" pitchFamily="18" charset="2"/>
              </a:rPr>
              <a:t>GNF)</a:t>
            </a:r>
            <a:r>
              <a:rPr lang="zh-CN" altLang="en-US" b="0" dirty="0">
                <a:solidFill>
                  <a:srgbClr val="333399"/>
                </a:solidFill>
                <a:latin typeface="楷体_GB2312" pitchFamily="49" charset="-122"/>
                <a:sym typeface="Symbol" panose="05050102010706020507" pitchFamily="18" charset="2"/>
              </a:rPr>
              <a:t>定义：</a:t>
            </a:r>
            <a:endParaRPr lang="en-US" altLang="zh-CN" b="0" dirty="0">
              <a:solidFill>
                <a:srgbClr val="333399"/>
              </a:solidFill>
              <a:latin typeface="楷体_GB2312" pitchFamily="49" charset="-122"/>
              <a:sym typeface="Symbol" panose="05050102010706020507" pitchFamily="18" charset="2"/>
            </a:endParaRPr>
          </a:p>
          <a:p>
            <a:pPr marL="854075" lvl="1" algn="just" eaLnBrk="1" hangingPunct="1">
              <a:lnSpc>
                <a:spcPct val="150000"/>
              </a:lnSpc>
            </a:pPr>
            <a:r>
              <a:rPr lang="zh-CN" altLang="en-US" dirty="0">
                <a:solidFill>
                  <a:srgbClr val="333399"/>
                </a:solidFill>
                <a:latin typeface="宋体" panose="02010600030101010101" pitchFamily="2" charset="-122"/>
                <a:ea typeface="宋体" panose="02010600030101010101" pitchFamily="2" charset="-122"/>
                <a:sym typeface="Symbol" panose="05050102010706020507" pitchFamily="18" charset="2"/>
              </a:rPr>
              <a:t>2型文法</a:t>
            </a:r>
            <a:r>
              <a:rPr lang="en-US" altLang="zh-CN" dirty="0">
                <a:solidFill>
                  <a:srgbClr val="333399"/>
                </a:solidFill>
                <a:latin typeface="宋体" panose="02010600030101010101" pitchFamily="2" charset="-122"/>
                <a:ea typeface="宋体" panose="02010600030101010101" pitchFamily="2" charset="-122"/>
                <a:sym typeface="Symbol" panose="05050102010706020507" pitchFamily="18" charset="2"/>
              </a:rPr>
              <a:t>G＝（N，T，P，S），</a:t>
            </a:r>
            <a:r>
              <a:rPr lang="zh-CN" altLang="en-US" dirty="0">
                <a:solidFill>
                  <a:srgbClr val="333399"/>
                </a:solidFill>
                <a:latin typeface="宋体" panose="02010600030101010101" pitchFamily="2" charset="-122"/>
                <a:ea typeface="宋体" panose="02010600030101010101" pitchFamily="2" charset="-122"/>
                <a:sym typeface="Symbol" panose="05050102010706020507" pitchFamily="18" charset="2"/>
              </a:rPr>
              <a:t>若生成式的形式都是</a:t>
            </a:r>
            <a:r>
              <a:rPr lang="en-US" altLang="zh-CN" dirty="0">
                <a:solidFill>
                  <a:srgbClr val="333399"/>
                </a:solidFill>
                <a:latin typeface="宋体" panose="02010600030101010101" pitchFamily="2" charset="-122"/>
                <a:ea typeface="宋体" panose="02010600030101010101" pitchFamily="2" charset="-122"/>
                <a:sym typeface="Symbol" panose="05050102010706020507" pitchFamily="18" charset="2"/>
              </a:rPr>
              <a:t>A→aβ，A∈N，a∈T，β∈N</a:t>
            </a:r>
            <a:r>
              <a:rPr lang="en-US" altLang="zh-CN" dirty="0">
                <a:solidFill>
                  <a:srgbClr val="333399"/>
                </a:solidFill>
                <a:sym typeface="Symbol" panose="05050102010706020507" pitchFamily="18" charset="2"/>
              </a:rPr>
              <a:t>*</a:t>
            </a:r>
            <a:r>
              <a:rPr lang="en-US" altLang="zh-CN" dirty="0">
                <a:solidFill>
                  <a:srgbClr val="333399"/>
                </a:solidFill>
                <a:latin typeface="宋体" panose="02010600030101010101" pitchFamily="2" charset="-122"/>
                <a:ea typeface="宋体" panose="02010600030101010101" pitchFamily="2" charset="-122"/>
                <a:sym typeface="Symbol" panose="05050102010706020507" pitchFamily="18" charset="2"/>
              </a:rPr>
              <a:t>，</a:t>
            </a:r>
            <a:r>
              <a:rPr lang="zh-CN" altLang="en-US" dirty="0">
                <a:solidFill>
                  <a:srgbClr val="333399"/>
                </a:solidFill>
                <a:latin typeface="宋体" panose="02010600030101010101" pitchFamily="2" charset="-122"/>
                <a:ea typeface="宋体" panose="02010600030101010101" pitchFamily="2" charset="-122"/>
                <a:sym typeface="Symbol" panose="05050102010706020507" pitchFamily="18" charset="2"/>
              </a:rPr>
              <a:t>且</a:t>
            </a:r>
            <a:r>
              <a:rPr lang="en-US" altLang="zh-CN" dirty="0">
                <a:solidFill>
                  <a:srgbClr val="333399"/>
                </a:solidFill>
                <a:sym typeface="Symbol" panose="05050102010706020507" pitchFamily="18" charset="2"/>
              </a:rPr>
              <a:t>G</a:t>
            </a:r>
            <a:r>
              <a:rPr lang="zh-CN" altLang="en-US" dirty="0">
                <a:solidFill>
                  <a:srgbClr val="333399"/>
                </a:solidFill>
                <a:latin typeface="宋体" panose="02010600030101010101" pitchFamily="2" charset="-122"/>
                <a:ea typeface="宋体" panose="02010600030101010101" pitchFamily="2" charset="-122"/>
                <a:sym typeface="Symbol" panose="05050102010706020507" pitchFamily="18" charset="2"/>
              </a:rPr>
              <a:t>不含</a:t>
            </a:r>
            <a:r>
              <a:rPr lang="en-US" altLang="zh-CN" dirty="0">
                <a:solidFill>
                  <a:srgbClr val="333399"/>
                </a:solidFill>
                <a:latin typeface="宋体" panose="02010600030101010101" pitchFamily="2" charset="-122"/>
                <a:ea typeface="宋体" panose="02010600030101010101" pitchFamily="2" charset="-122"/>
                <a:sym typeface="Symbol" panose="05050102010706020507" pitchFamily="18" charset="2"/>
              </a:rPr>
              <a:t>ε</a:t>
            </a:r>
            <a:r>
              <a:rPr lang="zh-CN" altLang="en-US" dirty="0">
                <a:solidFill>
                  <a:srgbClr val="333399"/>
                </a:solidFill>
                <a:latin typeface="宋体" panose="02010600030101010101" pitchFamily="2" charset="-122"/>
                <a:ea typeface="宋体" panose="02010600030101010101" pitchFamily="2" charset="-122"/>
                <a:sym typeface="Symbol" panose="05050102010706020507" pitchFamily="18" charset="2"/>
              </a:rPr>
              <a:t>生成式，则称</a:t>
            </a:r>
            <a:r>
              <a:rPr lang="en-US" altLang="zh-CN" dirty="0">
                <a:solidFill>
                  <a:srgbClr val="333399"/>
                </a:solidFill>
                <a:latin typeface="宋体" panose="02010600030101010101" pitchFamily="2" charset="-122"/>
                <a:ea typeface="宋体" panose="02010600030101010101" pitchFamily="2" charset="-122"/>
                <a:sym typeface="Symbol" panose="05050102010706020507" pitchFamily="18" charset="2"/>
              </a:rPr>
              <a:t>G</a:t>
            </a:r>
            <a:r>
              <a:rPr lang="zh-CN" altLang="en-US" dirty="0">
                <a:solidFill>
                  <a:srgbClr val="333399"/>
                </a:solidFill>
                <a:latin typeface="宋体" panose="02010600030101010101" pitchFamily="2" charset="-122"/>
                <a:ea typeface="宋体" panose="02010600030101010101" pitchFamily="2" charset="-122"/>
                <a:sym typeface="Symbol" panose="05050102010706020507" pitchFamily="18" charset="2"/>
              </a:rPr>
              <a:t>为</a:t>
            </a:r>
            <a:r>
              <a:rPr lang="en-US" altLang="zh-CN" dirty="0">
                <a:solidFill>
                  <a:srgbClr val="333399"/>
                </a:solidFill>
                <a:latin typeface="宋体" panose="02010600030101010101" pitchFamily="2" charset="-122"/>
                <a:ea typeface="宋体" panose="02010600030101010101" pitchFamily="2" charset="-122"/>
                <a:sym typeface="Symbol" panose="05050102010706020507" pitchFamily="18" charset="2"/>
              </a:rPr>
              <a:t>Greibach</a:t>
            </a:r>
            <a:r>
              <a:rPr lang="zh-CN" altLang="en-US" dirty="0">
                <a:solidFill>
                  <a:srgbClr val="333399"/>
                </a:solidFill>
                <a:latin typeface="宋体" panose="02010600030101010101" pitchFamily="2" charset="-122"/>
                <a:ea typeface="宋体" panose="02010600030101010101" pitchFamily="2" charset="-122"/>
                <a:sym typeface="Symbol" panose="05050102010706020507" pitchFamily="18" charset="2"/>
              </a:rPr>
              <a:t>范式，记为</a:t>
            </a:r>
            <a:r>
              <a:rPr lang="en-US" altLang="zh-CN" dirty="0">
                <a:solidFill>
                  <a:srgbClr val="333399"/>
                </a:solidFill>
                <a:latin typeface="宋体" panose="02010600030101010101" pitchFamily="2" charset="-122"/>
                <a:ea typeface="宋体" panose="02010600030101010101" pitchFamily="2" charset="-122"/>
                <a:sym typeface="Symbol" panose="05050102010706020507" pitchFamily="18" charset="2"/>
              </a:rPr>
              <a:t>GNF。</a:t>
            </a:r>
            <a:r>
              <a:rPr lang="en-US" altLang="zh-CN" b="1" dirty="0">
                <a:solidFill>
                  <a:srgbClr val="333399"/>
                </a:solidFill>
                <a:latin typeface="Arial" panose="020B0604020202020204" pitchFamily="34" charset="0"/>
                <a:sym typeface="Symbol" panose="05050102010706020507" pitchFamily="18" charset="2"/>
              </a:rPr>
              <a:t> </a:t>
            </a:r>
            <a:endParaRPr lang="zh-CN" altLang="en-US" b="1" dirty="0">
              <a:solidFill>
                <a:srgbClr val="333399"/>
              </a:solidFill>
              <a:latin typeface="Arial" panose="020B0604020202020204" pitchFamily="34" charset="0"/>
              <a:sym typeface="Symbol" panose="05050102010706020507" pitchFamily="18" charset="2"/>
            </a:endParaRPr>
          </a:p>
          <a:p>
            <a:pPr marL="5080" indent="34925" algn="just" eaLnBrk="1" hangingPunct="1">
              <a:buNone/>
            </a:pPr>
            <a:endParaRPr lang="zh-CN" altLang="en-US" b="0" dirty="0">
              <a:solidFill>
                <a:srgbClr val="333399"/>
              </a:solidFill>
              <a:latin typeface="Arial" panose="020B0604020202020204" pitchFamily="34" charset="0"/>
              <a:sym typeface="Symbol" panose="05050102010706020507" pitchFamily="18" charset="2"/>
            </a:endParaRPr>
          </a:p>
          <a:p>
            <a:pPr marL="5080" indent="34925" algn="just" eaLnBrk="1" hangingPunct="1"/>
            <a:r>
              <a:rPr lang="zh-CN" altLang="en-US" b="0" dirty="0">
                <a:solidFill>
                  <a:srgbClr val="333399"/>
                </a:solidFill>
                <a:latin typeface="宋体" panose="02010600030101010101" pitchFamily="2" charset="-122"/>
                <a:ea typeface="宋体" panose="02010600030101010101" pitchFamily="2" charset="-122"/>
                <a:sym typeface="Symbol" panose="05050102010706020507" pitchFamily="18" charset="2"/>
              </a:rPr>
              <a:t> </a:t>
            </a:r>
            <a:r>
              <a:rPr lang="zh-CN" altLang="en-US" b="0" dirty="0">
                <a:solidFill>
                  <a:srgbClr val="333399"/>
                </a:solidFill>
                <a:latin typeface="楷体_GB2312" pitchFamily="49" charset="-122"/>
                <a:sym typeface="Symbol" panose="05050102010706020507" pitchFamily="18" charset="2"/>
              </a:rPr>
              <a:t>任何2型文法都具有等效的</a:t>
            </a:r>
            <a:r>
              <a:rPr lang="en-US" altLang="zh-CN" b="0" dirty="0">
                <a:solidFill>
                  <a:srgbClr val="333399"/>
                </a:solidFill>
                <a:latin typeface="宋体" panose="02010600030101010101" pitchFamily="2" charset="-122"/>
                <a:ea typeface="宋体" panose="02010600030101010101" pitchFamily="2" charset="-122"/>
                <a:sym typeface="Symbol" panose="05050102010706020507" pitchFamily="18" charset="2"/>
              </a:rPr>
              <a:t>GNF</a:t>
            </a:r>
            <a:r>
              <a:rPr lang="en-US" altLang="zh-CN" b="0" dirty="0">
                <a:solidFill>
                  <a:srgbClr val="333399"/>
                </a:solidFill>
                <a:latin typeface="楷体_GB2312" pitchFamily="49" charset="-122"/>
                <a:sym typeface="Symbol" panose="05050102010706020507" pitchFamily="18" charset="2"/>
              </a:rPr>
              <a:t>（</a:t>
            </a:r>
            <a:r>
              <a:rPr lang="zh-CN" altLang="en-US" b="0" dirty="0">
                <a:solidFill>
                  <a:srgbClr val="333399"/>
                </a:solidFill>
                <a:latin typeface="楷体_GB2312" pitchFamily="49" charset="-122"/>
                <a:sym typeface="Symbol" panose="05050102010706020507" pitchFamily="18" charset="2"/>
              </a:rPr>
              <a:t>定理4.3.2）</a:t>
            </a:r>
            <a:r>
              <a:rPr lang="zh-CN" altLang="en-US" b="0" dirty="0">
                <a:solidFill>
                  <a:srgbClr val="333399"/>
                </a:solidFill>
                <a:latin typeface="Arial" panose="020B0604020202020204" pitchFamily="34" charset="0"/>
                <a:sym typeface="Symbol" panose="05050102010706020507" pitchFamily="18" charset="2"/>
              </a:rPr>
              <a:t> </a:t>
            </a:r>
            <a:endParaRPr lang="zh-CN" altLang="en-US" b="0" dirty="0">
              <a:solidFill>
                <a:srgbClr val="333399"/>
              </a:solidFill>
              <a:latin typeface="Arial" panose="020B0604020202020204" pitchFamily="34" charset="0"/>
              <a:sym typeface="Symbol" panose="05050102010706020507" pitchFamily="18" charset="2"/>
            </a:endParaRPr>
          </a:p>
          <a:p>
            <a:pPr marL="5080" indent="34925" algn="just" eaLnBrk="1" hangingPunct="1">
              <a:buNone/>
            </a:pPr>
            <a:endParaRPr lang="zh-CN" altLang="en-US" b="0" dirty="0">
              <a:solidFill>
                <a:srgbClr val="333399"/>
              </a:solidFill>
              <a:latin typeface="Arial" panose="020B0604020202020204" pitchFamily="34" charset="0"/>
              <a:sym typeface="Symbol" panose="05050102010706020507" pitchFamily="18" charset="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灯片编号占位符 3"/>
          <p:cNvSpPr>
            <a:spLocks noGrp="1"/>
          </p:cNvSpPr>
          <p:nvPr>
            <p:ph type="sldNum" sz="quarter" idx="10"/>
          </p:nvPr>
        </p:nvSpPr>
        <p:spPr>
          <a:ln/>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rgbClr val="009999"/>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5pPr>
          </a:lstStyle>
          <a:p>
            <a:pPr lvl="0" algn="r" eaLnBrk="1" hangingPunct="1">
              <a:buSzTx/>
            </a:pPr>
            <a:fld id="{9A0DB2DC-4C9A-4742-B13C-FB6460FD3503}" type="slidenum">
              <a:rPr lang="" altLang="en-US" sz="1200" b="1" i="1" dirty="0">
                <a:latin typeface="Arial Narrow" panose="020B0606020202030204" pitchFamily="34" charset="0"/>
              </a:rPr>
            </a:fld>
            <a:endParaRPr lang="" altLang="en-US" sz="1200" b="1" i="1" dirty="0">
              <a:latin typeface="Arial Narrow" panose="020B0606020202030204" pitchFamily="34" charset="0"/>
            </a:endParaRPr>
          </a:p>
        </p:txBody>
      </p:sp>
      <p:sp>
        <p:nvSpPr>
          <p:cNvPr id="12290" name="页脚占位符 4"/>
          <p:cNvSpPr>
            <a:spLocks noGrp="1"/>
          </p:cNvSpPr>
          <p:nvPr>
            <p:ph type="ftr" sz="quarter" idx="11"/>
          </p:nvPr>
        </p:nvSpPr>
        <p:spPr>
          <a:ln/>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rgbClr val="009999"/>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buClrTx/>
              <a:buFontTx/>
            </a:pPr>
            <a:r>
              <a:rPr lang="" altLang="zh-CN" sz="1200" b="1" i="1" dirty="0">
                <a:latin typeface="Arial Narrow" panose="020B0606020202030204" pitchFamily="34" charset="0"/>
              </a:rPr>
              <a:t>School of Computer Science, BUPT</a:t>
            </a:r>
            <a:endParaRPr lang="" altLang="en-US" sz="1200" b="1" i="1" dirty="0">
              <a:latin typeface="Arial Narrow" panose="020B0606020202030204" pitchFamily="34" charset="0"/>
            </a:endParaRPr>
          </a:p>
        </p:txBody>
      </p:sp>
      <p:sp>
        <p:nvSpPr>
          <p:cNvPr id="12291" name="Rectangle 2"/>
          <p:cNvSpPr>
            <a:spLocks noGrp="1"/>
          </p:cNvSpPr>
          <p:nvPr>
            <p:ph type="title"/>
          </p:nvPr>
        </p:nvSpPr>
        <p:spPr>
          <a:ln/>
        </p:spPr>
        <p:txBody>
          <a:bodyPr vert="horz" wrap="square" lIns="91440" tIns="45720" rIns="91440" bIns="45720" anchor="b" anchorCtr="0"/>
          <a:p>
            <a:pPr eaLnBrk="1" hangingPunct="1"/>
            <a:r>
              <a:rPr lang="en-US" altLang="zh-CN" b="1" dirty="0">
                <a:solidFill>
                  <a:srgbClr val="800080"/>
                </a:solidFill>
                <a:latin typeface="Arial" panose="020B0604020202020204" pitchFamily="34" charset="0"/>
                <a:ea typeface="楷体_GB2312" pitchFamily="49" charset="-122"/>
              </a:rPr>
              <a:t>GNF </a:t>
            </a:r>
            <a:r>
              <a:rPr lang="zh-CN" altLang="en-US" b="1" dirty="0">
                <a:solidFill>
                  <a:srgbClr val="800080"/>
                </a:solidFill>
                <a:latin typeface="Arial" panose="020B0604020202020204" pitchFamily="34" charset="0"/>
                <a:ea typeface="楷体_GB2312" pitchFamily="49" charset="-122"/>
              </a:rPr>
              <a:t>的构成步骤</a:t>
            </a:r>
            <a:endParaRPr lang="zh-CN" altLang="en-US" b="1" dirty="0">
              <a:solidFill>
                <a:srgbClr val="800080"/>
              </a:solidFill>
              <a:latin typeface="Arial" panose="020B0604020202020204" pitchFamily="34" charset="0"/>
              <a:ea typeface="楷体_GB2312" pitchFamily="49" charset="-122"/>
            </a:endParaRPr>
          </a:p>
        </p:txBody>
      </p:sp>
      <p:sp>
        <p:nvSpPr>
          <p:cNvPr id="12292" name="Rectangle 3"/>
          <p:cNvSpPr>
            <a:spLocks noGrp="1"/>
          </p:cNvSpPr>
          <p:nvPr>
            <p:ph idx="1"/>
          </p:nvPr>
        </p:nvSpPr>
        <p:spPr>
          <a:xfrm>
            <a:off x="0" y="1223963"/>
            <a:ext cx="9144000" cy="5562600"/>
          </a:xfrm>
          <a:ln/>
        </p:spPr>
        <p:txBody>
          <a:bodyPr vert="horz" wrap="square" lIns="91440" tIns="45720" rIns="91440" bIns="45720" anchor="t" anchorCtr="0"/>
          <a:p>
            <a:pPr marL="1025525" lvl="1" indent="-457200" algn="just" eaLnBrk="1" hangingPunct="1">
              <a:lnSpc>
                <a:spcPct val="120000"/>
              </a:lnSpc>
              <a:buNone/>
            </a:pPr>
            <a:r>
              <a:rPr lang="zh-CN" altLang="en-US" sz="2400" b="1" dirty="0">
                <a:solidFill>
                  <a:srgbClr val="333399"/>
                </a:solidFill>
                <a:sym typeface="Symbol" panose="05050102010706020507" pitchFamily="18" charset="2"/>
              </a:rPr>
              <a:t>1.  </a:t>
            </a:r>
            <a:r>
              <a:rPr lang="zh-CN" altLang="en-US" sz="2400" b="1" dirty="0">
                <a:solidFill>
                  <a:srgbClr val="333399"/>
                </a:solidFill>
                <a:ea typeface="宋体" panose="02010600030101010101" pitchFamily="2" charset="-122"/>
                <a:sym typeface="Symbol" panose="05050102010706020507" pitchFamily="18" charset="2"/>
              </a:rPr>
              <a:t>将2型文法变换为</a:t>
            </a:r>
            <a:r>
              <a:rPr lang="en-US" altLang="zh-CN" sz="2400" b="1" dirty="0">
                <a:solidFill>
                  <a:srgbClr val="333399"/>
                </a:solidFill>
                <a:ea typeface="宋体" panose="02010600030101010101" pitchFamily="2" charset="-122"/>
                <a:sym typeface="Symbol" panose="05050102010706020507" pitchFamily="18" charset="2"/>
              </a:rPr>
              <a:t>CNF。（A→a，A→BC</a:t>
            </a:r>
            <a:r>
              <a:rPr lang="zh-CN" altLang="en-US" sz="2400" b="1" dirty="0">
                <a:solidFill>
                  <a:srgbClr val="333399"/>
                </a:solidFill>
                <a:ea typeface="宋体" panose="02010600030101010101" pitchFamily="2" charset="-122"/>
                <a:sym typeface="Symbol" panose="05050102010706020507" pitchFamily="18" charset="2"/>
              </a:rPr>
              <a:t>形式）</a:t>
            </a:r>
            <a:endParaRPr lang="zh-CN" altLang="en-US" sz="2400" b="1" dirty="0">
              <a:solidFill>
                <a:srgbClr val="333399"/>
              </a:solidFill>
              <a:ea typeface="宋体" panose="02010600030101010101" pitchFamily="2" charset="-122"/>
              <a:sym typeface="Symbol" panose="05050102010706020507" pitchFamily="18" charset="2"/>
            </a:endParaRPr>
          </a:p>
          <a:p>
            <a:pPr marL="1025525" lvl="1" indent="-457200" algn="just" eaLnBrk="1" hangingPunct="1">
              <a:lnSpc>
                <a:spcPct val="120000"/>
              </a:lnSpc>
              <a:buNone/>
            </a:pPr>
            <a:r>
              <a:rPr lang="zh-CN" altLang="en-US" sz="2400" b="1" dirty="0">
                <a:solidFill>
                  <a:srgbClr val="333399"/>
                </a:solidFill>
                <a:ea typeface="宋体" panose="02010600030101010101" pitchFamily="2" charset="-122"/>
                <a:sym typeface="Symbol" panose="05050102010706020507" pitchFamily="18" charset="2"/>
              </a:rPr>
              <a:t>2.将非终结符排序,再进行代换。</a:t>
            </a:r>
            <a:endParaRPr lang="zh-CN" altLang="en-US" sz="2400" b="1" dirty="0">
              <a:solidFill>
                <a:srgbClr val="333399"/>
              </a:solidFill>
              <a:ea typeface="宋体" panose="02010600030101010101" pitchFamily="2" charset="-122"/>
              <a:sym typeface="Symbol" panose="05050102010706020507" pitchFamily="18" charset="2"/>
            </a:endParaRPr>
          </a:p>
          <a:p>
            <a:pPr marL="1025525" lvl="1" indent="-457200" algn="just" eaLnBrk="1" hangingPunct="1">
              <a:lnSpc>
                <a:spcPct val="120000"/>
              </a:lnSpc>
              <a:buNone/>
            </a:pPr>
            <a:r>
              <a:rPr lang="zh-CN" altLang="en-US" sz="2400" b="1" dirty="0">
                <a:solidFill>
                  <a:srgbClr val="333399"/>
                </a:solidFill>
                <a:ea typeface="宋体" panose="02010600030101010101" pitchFamily="2" charset="-122"/>
                <a:sym typeface="Symbol" panose="05050102010706020507" pitchFamily="18" charset="2"/>
              </a:rPr>
              <a:t>  对形如</a:t>
            </a:r>
            <a:r>
              <a:rPr lang="en-US" altLang="zh-CN" sz="2400" b="1" dirty="0">
                <a:solidFill>
                  <a:srgbClr val="333399"/>
                </a:solidFill>
                <a:ea typeface="宋体" panose="02010600030101010101" pitchFamily="2" charset="-122"/>
                <a:sym typeface="Symbol" panose="05050102010706020507" pitchFamily="18" charset="2"/>
              </a:rPr>
              <a:t>A</a:t>
            </a:r>
            <a:r>
              <a:rPr lang="en-US" altLang="zh-CN" sz="2400" b="1" baseline="-30000" dirty="0">
                <a:solidFill>
                  <a:srgbClr val="333399"/>
                </a:solidFill>
                <a:ea typeface="宋体" panose="02010600030101010101" pitchFamily="2" charset="-122"/>
                <a:sym typeface="Symbol" panose="05050102010706020507" pitchFamily="18" charset="2"/>
              </a:rPr>
              <a:t>i</a:t>
            </a:r>
            <a:r>
              <a:rPr lang="en-US" altLang="zh-CN" sz="2400" b="1" dirty="0">
                <a:solidFill>
                  <a:srgbClr val="333399"/>
                </a:solidFill>
                <a:ea typeface="宋体" panose="02010600030101010101" pitchFamily="2" charset="-122"/>
                <a:sym typeface="Symbol" panose="05050102010706020507" pitchFamily="18" charset="2"/>
              </a:rPr>
              <a:t>→A</a:t>
            </a:r>
            <a:r>
              <a:rPr lang="en-US" altLang="zh-CN" sz="2400" b="1" baseline="-30000" dirty="0">
                <a:solidFill>
                  <a:srgbClr val="333399"/>
                </a:solidFill>
                <a:ea typeface="宋体" panose="02010600030101010101" pitchFamily="2" charset="-122"/>
                <a:sym typeface="Symbol" panose="05050102010706020507" pitchFamily="18" charset="2"/>
              </a:rPr>
              <a:t>j</a:t>
            </a:r>
            <a:r>
              <a:rPr lang="en-US" altLang="zh-CN" sz="2400" b="1" dirty="0">
                <a:solidFill>
                  <a:srgbClr val="333399"/>
                </a:solidFill>
                <a:ea typeface="宋体" panose="02010600030101010101" pitchFamily="2" charset="-122"/>
                <a:sym typeface="Symbol" panose="05050102010706020507" pitchFamily="18" charset="2"/>
              </a:rPr>
              <a:t>β（j&lt;i）</a:t>
            </a:r>
            <a:r>
              <a:rPr lang="zh-CN" altLang="en-US" sz="2400" b="1" dirty="0">
                <a:solidFill>
                  <a:srgbClr val="333399"/>
                </a:solidFill>
                <a:ea typeface="宋体" panose="02010600030101010101" pitchFamily="2" charset="-122"/>
                <a:sym typeface="Symbol" panose="05050102010706020507" pitchFamily="18" charset="2"/>
              </a:rPr>
              <a:t>的生成式进行代换，直至使</a:t>
            </a:r>
            <a:endParaRPr lang="zh-CN" altLang="en-US" sz="2400" b="1" dirty="0">
              <a:solidFill>
                <a:srgbClr val="333399"/>
              </a:solidFill>
              <a:ea typeface="宋体" panose="02010600030101010101" pitchFamily="2" charset="-122"/>
              <a:sym typeface="Symbol" panose="05050102010706020507" pitchFamily="18" charset="2"/>
            </a:endParaRPr>
          </a:p>
          <a:p>
            <a:pPr marL="1025525" lvl="1" indent="-457200" algn="just" eaLnBrk="1" hangingPunct="1">
              <a:lnSpc>
                <a:spcPct val="120000"/>
              </a:lnSpc>
              <a:buNone/>
            </a:pPr>
            <a:r>
              <a:rPr lang="en-US" altLang="zh-CN" sz="2400" b="1" dirty="0">
                <a:solidFill>
                  <a:srgbClr val="333399"/>
                </a:solidFill>
                <a:ea typeface="宋体" panose="02010600030101010101" pitchFamily="2" charset="-122"/>
                <a:sym typeface="Symbol" panose="05050102010706020507" pitchFamily="18" charset="2"/>
              </a:rPr>
              <a:t>	A</a:t>
            </a:r>
            <a:r>
              <a:rPr lang="en-US" altLang="zh-CN" sz="2400" b="1" baseline="-30000" dirty="0">
                <a:solidFill>
                  <a:srgbClr val="333399"/>
                </a:solidFill>
                <a:ea typeface="宋体" panose="02010600030101010101" pitchFamily="2" charset="-122"/>
                <a:sym typeface="Symbol" panose="05050102010706020507" pitchFamily="18" charset="2"/>
              </a:rPr>
              <a:t>i</a:t>
            </a:r>
            <a:r>
              <a:rPr lang="en-US" altLang="zh-CN" sz="2400" b="1" dirty="0">
                <a:solidFill>
                  <a:srgbClr val="333399"/>
                </a:solidFill>
                <a:ea typeface="宋体" panose="02010600030101010101" pitchFamily="2" charset="-122"/>
                <a:sym typeface="Symbol" panose="05050102010706020507" pitchFamily="18" charset="2"/>
              </a:rPr>
              <a:t>→A</a:t>
            </a:r>
            <a:r>
              <a:rPr lang="en-US" altLang="zh-CN" sz="2400" b="1" baseline="-30000" dirty="0">
                <a:solidFill>
                  <a:srgbClr val="333399"/>
                </a:solidFill>
                <a:ea typeface="宋体" panose="02010600030101010101" pitchFamily="2" charset="-122"/>
                <a:sym typeface="Symbol" panose="05050102010706020507" pitchFamily="18" charset="2"/>
              </a:rPr>
              <a:t>l</a:t>
            </a:r>
            <a:r>
              <a:rPr lang="en-US" altLang="zh-CN" sz="2400" b="1" dirty="0">
                <a:solidFill>
                  <a:srgbClr val="333399"/>
                </a:solidFill>
                <a:ea typeface="宋体" panose="02010600030101010101" pitchFamily="2" charset="-122"/>
                <a:sym typeface="Symbol" panose="05050102010706020507" pitchFamily="18" charset="2"/>
              </a:rPr>
              <a:t>β（l&gt;i）。</a:t>
            </a:r>
            <a:endParaRPr lang="en-US" altLang="zh-CN" sz="2400" b="1" dirty="0">
              <a:solidFill>
                <a:srgbClr val="333399"/>
              </a:solidFill>
              <a:ea typeface="宋体" panose="02010600030101010101" pitchFamily="2" charset="-122"/>
              <a:sym typeface="Symbol" panose="05050102010706020507" pitchFamily="18" charset="2"/>
            </a:endParaRPr>
          </a:p>
          <a:p>
            <a:pPr marL="1025525" lvl="1" indent="-457200" algn="just" eaLnBrk="1" hangingPunct="1">
              <a:lnSpc>
                <a:spcPct val="120000"/>
              </a:lnSpc>
              <a:buNone/>
            </a:pPr>
            <a:r>
              <a:rPr lang="en-US" altLang="zh-CN" sz="2400" b="1" dirty="0">
                <a:solidFill>
                  <a:srgbClr val="333399"/>
                </a:solidFill>
                <a:ea typeface="宋体" panose="02010600030101010101" pitchFamily="2" charset="-122"/>
                <a:sym typeface="Symbol" panose="05050102010706020507" pitchFamily="18" charset="2"/>
              </a:rPr>
              <a:t>3.</a:t>
            </a:r>
            <a:r>
              <a:rPr lang="zh-CN" altLang="en-US" sz="2400" b="1" dirty="0">
                <a:solidFill>
                  <a:srgbClr val="333399"/>
                </a:solidFill>
                <a:ea typeface="宋体" panose="02010600030101010101" pitchFamily="2" charset="-122"/>
                <a:sym typeface="Symbol" panose="05050102010706020507" pitchFamily="18" charset="2"/>
              </a:rPr>
              <a:t>消左递归。</a:t>
            </a:r>
            <a:endParaRPr lang="zh-CN" altLang="en-US" sz="2400" b="1" dirty="0">
              <a:solidFill>
                <a:srgbClr val="333399"/>
              </a:solidFill>
              <a:ea typeface="宋体" panose="02010600030101010101" pitchFamily="2" charset="-122"/>
              <a:sym typeface="Symbol" panose="05050102010706020507" pitchFamily="18" charset="2"/>
            </a:endParaRPr>
          </a:p>
          <a:p>
            <a:pPr marL="1025525" lvl="1" indent="-457200" algn="just" eaLnBrk="1" hangingPunct="1">
              <a:lnSpc>
                <a:spcPct val="120000"/>
              </a:lnSpc>
              <a:buNone/>
            </a:pPr>
            <a:r>
              <a:rPr lang="zh-CN" altLang="en-US" sz="2400" b="1" dirty="0">
                <a:solidFill>
                  <a:srgbClr val="333399"/>
                </a:solidFill>
                <a:ea typeface="宋体" panose="02010600030101010101" pitchFamily="2" charset="-122"/>
                <a:sym typeface="Symbol" panose="05050102010706020507" pitchFamily="18" charset="2"/>
              </a:rPr>
              <a:t>  对最高的</a:t>
            </a:r>
            <a:r>
              <a:rPr lang="en-US" altLang="zh-CN" sz="2400" b="1" dirty="0">
                <a:solidFill>
                  <a:srgbClr val="333399"/>
                </a:solidFill>
                <a:ea typeface="宋体" panose="02010600030101010101" pitchFamily="2" charset="-122"/>
                <a:sym typeface="Symbol" panose="05050102010706020507" pitchFamily="18" charset="2"/>
              </a:rPr>
              <a:t>A</a:t>
            </a:r>
            <a:r>
              <a:rPr lang="en-US" altLang="zh-CN" sz="2400" b="1" baseline="-30000" dirty="0">
                <a:solidFill>
                  <a:srgbClr val="333399"/>
                </a:solidFill>
                <a:ea typeface="宋体" panose="02010600030101010101" pitchFamily="2" charset="-122"/>
                <a:sym typeface="Symbol" panose="05050102010706020507" pitchFamily="18" charset="2"/>
              </a:rPr>
              <a:t>n</a:t>
            </a:r>
            <a:r>
              <a:rPr lang="en-US" altLang="zh-CN" sz="2400" b="1" dirty="0">
                <a:solidFill>
                  <a:srgbClr val="333399"/>
                </a:solidFill>
                <a:ea typeface="宋体" panose="02010600030101010101" pitchFamily="2" charset="-122"/>
                <a:sym typeface="Symbol" panose="05050102010706020507" pitchFamily="18" charset="2"/>
              </a:rPr>
              <a:t>→A</a:t>
            </a:r>
            <a:r>
              <a:rPr lang="en-US" altLang="zh-CN" sz="2400" b="1" baseline="-30000" dirty="0">
                <a:solidFill>
                  <a:srgbClr val="333399"/>
                </a:solidFill>
                <a:ea typeface="宋体" panose="02010600030101010101" pitchFamily="2" charset="-122"/>
                <a:sym typeface="Symbol" panose="05050102010706020507" pitchFamily="18" charset="2"/>
              </a:rPr>
              <a:t>n</a:t>
            </a:r>
            <a:r>
              <a:rPr lang="en-US" altLang="zh-CN" sz="2400" b="1" dirty="0">
                <a:solidFill>
                  <a:srgbClr val="333399"/>
                </a:solidFill>
                <a:ea typeface="宋体" panose="02010600030101010101" pitchFamily="2" charset="-122"/>
                <a:sym typeface="Symbol" panose="05050102010706020507" pitchFamily="18" charset="2"/>
              </a:rPr>
              <a:t>γ</a:t>
            </a:r>
            <a:r>
              <a:rPr lang="zh-CN" altLang="en-US" sz="2400" b="1" dirty="0">
                <a:solidFill>
                  <a:srgbClr val="333399"/>
                </a:solidFill>
                <a:ea typeface="宋体" panose="02010600030101010101" pitchFamily="2" charset="-122"/>
                <a:sym typeface="Symbol" panose="05050102010706020507" pitchFamily="18" charset="2"/>
              </a:rPr>
              <a:t>进行变换，使</a:t>
            </a:r>
            <a:r>
              <a:rPr lang="en-US" altLang="zh-CN" sz="2400" b="1" dirty="0">
                <a:solidFill>
                  <a:srgbClr val="333399"/>
                </a:solidFill>
                <a:ea typeface="宋体" panose="02010600030101010101" pitchFamily="2" charset="-122"/>
                <a:sym typeface="Symbol" panose="05050102010706020507" pitchFamily="18" charset="2"/>
              </a:rPr>
              <a:t>A</a:t>
            </a:r>
            <a:r>
              <a:rPr lang="en-US" altLang="zh-CN" sz="2400" b="1" baseline="-30000" dirty="0">
                <a:solidFill>
                  <a:srgbClr val="333399"/>
                </a:solidFill>
                <a:ea typeface="宋体" panose="02010600030101010101" pitchFamily="2" charset="-122"/>
                <a:sym typeface="Symbol" panose="05050102010706020507" pitchFamily="18" charset="2"/>
              </a:rPr>
              <a:t>n</a:t>
            </a:r>
            <a:r>
              <a:rPr lang="zh-CN" altLang="en-US" sz="2400" b="1" dirty="0">
                <a:solidFill>
                  <a:srgbClr val="333399"/>
                </a:solidFill>
                <a:ea typeface="宋体" panose="02010600030101010101" pitchFamily="2" charset="-122"/>
                <a:sym typeface="Symbol" panose="05050102010706020507" pitchFamily="18" charset="2"/>
              </a:rPr>
              <a:t>生成式变为终结符开头。</a:t>
            </a:r>
            <a:endParaRPr lang="zh-CN" altLang="en-US" sz="2400" b="1" dirty="0">
              <a:solidFill>
                <a:srgbClr val="333399"/>
              </a:solidFill>
              <a:ea typeface="宋体" panose="02010600030101010101" pitchFamily="2" charset="-122"/>
              <a:sym typeface="Symbol" panose="05050102010706020507" pitchFamily="18" charset="2"/>
            </a:endParaRPr>
          </a:p>
          <a:p>
            <a:pPr marL="1025525" lvl="1" indent="-457200" algn="just" eaLnBrk="1" hangingPunct="1">
              <a:lnSpc>
                <a:spcPct val="120000"/>
              </a:lnSpc>
              <a:buNone/>
            </a:pPr>
            <a:r>
              <a:rPr lang="zh-CN" altLang="en-US" sz="2400" b="1" dirty="0">
                <a:solidFill>
                  <a:srgbClr val="333399"/>
                </a:solidFill>
                <a:ea typeface="宋体" panose="02010600030101010101" pitchFamily="2" charset="-122"/>
                <a:sym typeface="Symbol" panose="05050102010706020507" pitchFamily="18" charset="2"/>
              </a:rPr>
              <a:t>4.回代。</a:t>
            </a:r>
            <a:endParaRPr lang="zh-CN" altLang="en-US" sz="2400" b="1" dirty="0">
              <a:solidFill>
                <a:srgbClr val="333399"/>
              </a:solidFill>
              <a:ea typeface="宋体" panose="02010600030101010101" pitchFamily="2" charset="-122"/>
              <a:sym typeface="Symbol" panose="05050102010706020507" pitchFamily="18" charset="2"/>
            </a:endParaRPr>
          </a:p>
          <a:p>
            <a:pPr marL="1025525" lvl="1" indent="-457200" algn="just" eaLnBrk="1" hangingPunct="1">
              <a:lnSpc>
                <a:spcPct val="120000"/>
              </a:lnSpc>
              <a:buNone/>
            </a:pPr>
            <a:r>
              <a:rPr lang="zh-CN" altLang="en-US" sz="2400" b="1" dirty="0">
                <a:solidFill>
                  <a:srgbClr val="333399"/>
                </a:solidFill>
                <a:ea typeface="宋体" panose="02010600030101010101" pitchFamily="2" charset="-122"/>
                <a:sym typeface="Symbol" panose="05050102010706020507" pitchFamily="18" charset="2"/>
              </a:rPr>
              <a:t> 将</a:t>
            </a:r>
            <a:r>
              <a:rPr lang="en-US" altLang="zh-CN" sz="2400" b="1" dirty="0">
                <a:solidFill>
                  <a:srgbClr val="333399"/>
                </a:solidFill>
                <a:ea typeface="宋体" panose="02010600030101010101" pitchFamily="2" charset="-122"/>
                <a:sym typeface="Symbol" panose="05050102010706020507" pitchFamily="18" charset="2"/>
              </a:rPr>
              <a:t>A</a:t>
            </a:r>
            <a:r>
              <a:rPr lang="en-US" altLang="zh-CN" sz="2400" b="1" baseline="-30000" dirty="0">
                <a:solidFill>
                  <a:srgbClr val="333399"/>
                </a:solidFill>
                <a:ea typeface="宋体" panose="02010600030101010101" pitchFamily="2" charset="-122"/>
                <a:sym typeface="Symbol" panose="05050102010706020507" pitchFamily="18" charset="2"/>
              </a:rPr>
              <a:t>n</a:t>
            </a:r>
            <a:r>
              <a:rPr lang="zh-CN" altLang="en-US" sz="2400" b="1" dirty="0">
                <a:solidFill>
                  <a:srgbClr val="333399"/>
                </a:solidFill>
                <a:ea typeface="宋体" panose="02010600030101010101" pitchFamily="2" charset="-122"/>
                <a:sym typeface="Symbol" panose="05050102010706020507" pitchFamily="18" charset="2"/>
              </a:rPr>
              <a:t>生成式回代入</a:t>
            </a:r>
            <a:r>
              <a:rPr lang="en-US" altLang="zh-CN" sz="2400" b="1" dirty="0">
                <a:solidFill>
                  <a:srgbClr val="333399"/>
                </a:solidFill>
                <a:ea typeface="宋体" panose="02010600030101010101" pitchFamily="2" charset="-122"/>
                <a:sym typeface="Symbol" panose="05050102010706020507" pitchFamily="18" charset="2"/>
              </a:rPr>
              <a:t>A</a:t>
            </a:r>
            <a:r>
              <a:rPr lang="en-US" altLang="zh-CN" sz="2400" b="1" baseline="-30000" dirty="0">
                <a:solidFill>
                  <a:srgbClr val="333399"/>
                </a:solidFill>
                <a:ea typeface="宋体" panose="02010600030101010101" pitchFamily="2" charset="-122"/>
                <a:sym typeface="Symbol" panose="05050102010706020507" pitchFamily="18" charset="2"/>
              </a:rPr>
              <a:t>n－1</a:t>
            </a:r>
            <a:r>
              <a:rPr lang="zh-CN" altLang="en-US" sz="2400" b="1" dirty="0">
                <a:solidFill>
                  <a:srgbClr val="333399"/>
                </a:solidFill>
                <a:ea typeface="宋体" panose="02010600030101010101" pitchFamily="2" charset="-122"/>
                <a:sym typeface="Symbol" panose="05050102010706020507" pitchFamily="18" charset="2"/>
              </a:rPr>
              <a:t>生成式，使其右部首符为终结符，</a:t>
            </a:r>
            <a:endParaRPr lang="zh-CN" altLang="en-US" sz="2400" b="1" dirty="0">
              <a:solidFill>
                <a:srgbClr val="333399"/>
              </a:solidFill>
              <a:ea typeface="宋体" panose="02010600030101010101" pitchFamily="2" charset="-122"/>
              <a:sym typeface="Symbol" panose="05050102010706020507" pitchFamily="18" charset="2"/>
            </a:endParaRPr>
          </a:p>
          <a:p>
            <a:pPr marL="1025525" lvl="1" indent="-457200" algn="just" eaLnBrk="1" hangingPunct="1">
              <a:lnSpc>
                <a:spcPct val="120000"/>
              </a:lnSpc>
              <a:buNone/>
            </a:pPr>
            <a:r>
              <a:rPr lang="zh-CN" altLang="en-US" sz="2400" b="1" dirty="0">
                <a:solidFill>
                  <a:srgbClr val="333399"/>
                </a:solidFill>
                <a:ea typeface="宋体" panose="02010600030101010101" pitchFamily="2" charset="-122"/>
                <a:sym typeface="Symbol" panose="05050102010706020507" pitchFamily="18" charset="2"/>
              </a:rPr>
              <a:t> 将</a:t>
            </a:r>
            <a:r>
              <a:rPr lang="en-US" altLang="zh-CN" sz="2400" b="1" dirty="0">
                <a:solidFill>
                  <a:srgbClr val="333399"/>
                </a:solidFill>
                <a:ea typeface="宋体" panose="02010600030101010101" pitchFamily="2" charset="-122"/>
                <a:sym typeface="Symbol" panose="05050102010706020507" pitchFamily="18" charset="2"/>
              </a:rPr>
              <a:t>A</a:t>
            </a:r>
            <a:r>
              <a:rPr lang="en-US" altLang="zh-CN" sz="2400" b="1" baseline="-30000" dirty="0">
                <a:solidFill>
                  <a:srgbClr val="333399"/>
                </a:solidFill>
                <a:ea typeface="宋体" panose="02010600030101010101" pitchFamily="2" charset="-122"/>
                <a:sym typeface="Symbol" panose="05050102010706020507" pitchFamily="18" charset="2"/>
              </a:rPr>
              <a:t>n－1</a:t>
            </a:r>
            <a:r>
              <a:rPr lang="zh-CN" altLang="en-US" sz="2400" b="1" dirty="0">
                <a:solidFill>
                  <a:srgbClr val="333399"/>
                </a:solidFill>
                <a:ea typeface="宋体" panose="02010600030101010101" pitchFamily="2" charset="-122"/>
                <a:sym typeface="Symbol" panose="05050102010706020507" pitchFamily="18" charset="2"/>
              </a:rPr>
              <a:t>生成式回代入</a:t>
            </a:r>
            <a:r>
              <a:rPr lang="en-US" altLang="zh-CN" sz="2400" b="1" dirty="0">
                <a:solidFill>
                  <a:srgbClr val="333399"/>
                </a:solidFill>
                <a:ea typeface="宋体" panose="02010600030101010101" pitchFamily="2" charset="-122"/>
                <a:sym typeface="Symbol" panose="05050102010706020507" pitchFamily="18" charset="2"/>
              </a:rPr>
              <a:t>A</a:t>
            </a:r>
            <a:r>
              <a:rPr lang="en-US" altLang="zh-CN" sz="2400" b="1" baseline="-30000" dirty="0">
                <a:solidFill>
                  <a:srgbClr val="333399"/>
                </a:solidFill>
                <a:ea typeface="宋体" panose="02010600030101010101" pitchFamily="2" charset="-122"/>
                <a:sym typeface="Symbol" panose="05050102010706020507" pitchFamily="18" charset="2"/>
              </a:rPr>
              <a:t>n－2</a:t>
            </a:r>
            <a:r>
              <a:rPr lang="zh-CN" altLang="en-US" sz="2400" b="1" dirty="0">
                <a:solidFill>
                  <a:srgbClr val="333399"/>
                </a:solidFill>
                <a:ea typeface="宋体" panose="02010600030101010101" pitchFamily="2" charset="-122"/>
                <a:sym typeface="Symbol" panose="05050102010706020507" pitchFamily="18" charset="2"/>
              </a:rPr>
              <a:t>生成式，使其右部首符为终结符 </a:t>
            </a:r>
            <a:r>
              <a:rPr lang="zh-CN" altLang="en-US" sz="2400" b="1" dirty="0">
                <a:solidFill>
                  <a:srgbClr val="333399"/>
                </a:solidFill>
                <a:latin typeface="Times New Roman" panose="02020603050405020304" pitchFamily="18" charset="0"/>
                <a:ea typeface="宋体" panose="02010600030101010101" pitchFamily="2" charset="-122"/>
                <a:sym typeface="Symbol" panose="05050102010706020507" pitchFamily="18" charset="2"/>
              </a:rPr>
              <a:t>…</a:t>
            </a:r>
            <a:endParaRPr lang="zh-CN" altLang="en-US" sz="2400" b="1" dirty="0">
              <a:solidFill>
                <a:srgbClr val="333399"/>
              </a:solidFill>
              <a:ea typeface="宋体" panose="02010600030101010101" pitchFamily="2" charset="-122"/>
              <a:sym typeface="Symbol" panose="05050102010706020507" pitchFamily="18" charset="2"/>
            </a:endParaRPr>
          </a:p>
          <a:p>
            <a:pPr marL="5080" indent="34925" algn="just" eaLnBrk="1" hangingPunct="1">
              <a:lnSpc>
                <a:spcPct val="120000"/>
              </a:lnSpc>
              <a:buNone/>
            </a:pPr>
            <a:r>
              <a:rPr lang="zh-CN" altLang="en-US" sz="2400" dirty="0">
                <a:solidFill>
                  <a:srgbClr val="333399"/>
                </a:solidFill>
                <a:ea typeface="宋体" panose="02010600030101010101" pitchFamily="2" charset="-122"/>
                <a:sym typeface="Symbol" panose="05050102010706020507" pitchFamily="18" charset="2"/>
              </a:rPr>
              <a:t>5.</a:t>
            </a:r>
            <a:r>
              <a:rPr lang="zh-CN" altLang="en-US" sz="2400" b="0" dirty="0">
                <a:solidFill>
                  <a:srgbClr val="333399"/>
                </a:solidFill>
                <a:ea typeface="宋体" panose="02010600030101010101" pitchFamily="2" charset="-122"/>
                <a:sym typeface="Symbol" panose="05050102010706020507" pitchFamily="18" charset="2"/>
              </a:rPr>
              <a:t> </a:t>
            </a:r>
            <a:r>
              <a:rPr lang="zh-CN" altLang="en-US" sz="2400" dirty="0">
                <a:solidFill>
                  <a:srgbClr val="333399"/>
                </a:solidFill>
                <a:ea typeface="宋体" panose="02010600030101010101" pitchFamily="2" charset="-122"/>
                <a:sym typeface="Symbol" panose="05050102010706020507" pitchFamily="18" charset="2"/>
              </a:rPr>
              <a:t>最后将消直接左递归时引入的</a:t>
            </a:r>
            <a:r>
              <a:rPr lang="en-US" altLang="zh-CN" sz="2400" dirty="0">
                <a:solidFill>
                  <a:srgbClr val="333399"/>
                </a:solidFill>
                <a:ea typeface="宋体" panose="02010600030101010101" pitchFamily="2" charset="-122"/>
                <a:sym typeface="Symbol" panose="05050102010706020507" pitchFamily="18" charset="2"/>
              </a:rPr>
              <a:t>A</a:t>
            </a:r>
            <a:r>
              <a:rPr lang="en-US" altLang="zh-CN" sz="2400" baseline="-30000" dirty="0">
                <a:solidFill>
                  <a:srgbClr val="333399"/>
                </a:solidFill>
                <a:ea typeface="宋体" panose="02010600030101010101" pitchFamily="2" charset="-122"/>
                <a:sym typeface="Symbol" panose="05050102010706020507" pitchFamily="18" charset="2"/>
              </a:rPr>
              <a:t>1</a:t>
            </a:r>
            <a:r>
              <a:rPr lang="en-US" altLang="zh-CN" sz="2400" dirty="0">
                <a:solidFill>
                  <a:srgbClr val="333399"/>
                </a:solidFill>
                <a:ea typeface="宋体" panose="02010600030101010101" pitchFamily="2" charset="-122"/>
                <a:sym typeface="Symbol" panose="05050102010706020507" pitchFamily="18" charset="2"/>
              </a:rPr>
              <a:t>’、 A</a:t>
            </a:r>
            <a:r>
              <a:rPr lang="en-US" altLang="zh-CN" sz="2400" baseline="-30000" dirty="0">
                <a:solidFill>
                  <a:srgbClr val="333399"/>
                </a:solidFill>
                <a:ea typeface="宋体" panose="02010600030101010101" pitchFamily="2" charset="-122"/>
                <a:sym typeface="Symbol" panose="05050102010706020507" pitchFamily="18" charset="2"/>
              </a:rPr>
              <a:t>2</a:t>
            </a:r>
            <a:r>
              <a:rPr lang="en-US" altLang="zh-CN" sz="2400" dirty="0">
                <a:solidFill>
                  <a:srgbClr val="333399"/>
                </a:solidFill>
                <a:ea typeface="宋体" panose="02010600030101010101" pitchFamily="2" charset="-122"/>
                <a:sym typeface="Symbol" panose="05050102010706020507" pitchFamily="18" charset="2"/>
              </a:rPr>
              <a:t>’、</a:t>
            </a:r>
            <a:r>
              <a:rPr lang="en-US" altLang="zh-CN" sz="2400" dirty="0">
                <a:solidFill>
                  <a:srgbClr val="333399"/>
                </a:solidFill>
                <a:latin typeface="Times New Roman" panose="02020603050405020304" pitchFamily="18" charset="0"/>
                <a:ea typeface="宋体" panose="02010600030101010101" pitchFamily="2" charset="-122"/>
                <a:sym typeface="Symbol" panose="05050102010706020507" pitchFamily="18" charset="2"/>
              </a:rPr>
              <a:t>…</a:t>
            </a:r>
            <a:r>
              <a:rPr lang="en-US" altLang="zh-CN" sz="2400" dirty="0">
                <a:solidFill>
                  <a:srgbClr val="333399"/>
                </a:solidFill>
                <a:ea typeface="宋体" panose="02010600030101010101" pitchFamily="2" charset="-122"/>
                <a:sym typeface="Symbol" panose="05050102010706020507" pitchFamily="18" charset="2"/>
              </a:rPr>
              <a:t>A</a:t>
            </a:r>
            <a:r>
              <a:rPr lang="en-US" altLang="zh-CN" sz="2400" baseline="-30000" dirty="0">
                <a:solidFill>
                  <a:srgbClr val="333399"/>
                </a:solidFill>
                <a:ea typeface="宋体" panose="02010600030101010101" pitchFamily="2" charset="-122"/>
                <a:sym typeface="Symbol" panose="05050102010706020507" pitchFamily="18" charset="2"/>
              </a:rPr>
              <a:t>n</a:t>
            </a:r>
            <a:r>
              <a:rPr lang="en-US" altLang="zh-CN" sz="2400" dirty="0">
                <a:solidFill>
                  <a:srgbClr val="333399"/>
                </a:solidFill>
                <a:ea typeface="宋体" panose="02010600030101010101" pitchFamily="2" charset="-122"/>
                <a:sym typeface="Symbol" panose="05050102010706020507" pitchFamily="18" charset="2"/>
              </a:rPr>
              <a:t>’</a:t>
            </a:r>
            <a:r>
              <a:rPr lang="zh-CN" altLang="en-US" sz="2400" dirty="0">
                <a:solidFill>
                  <a:srgbClr val="333399"/>
                </a:solidFill>
                <a:ea typeface="宋体" panose="02010600030101010101" pitchFamily="2" charset="-122"/>
                <a:sym typeface="Symbol" panose="05050102010706020507" pitchFamily="18" charset="2"/>
              </a:rPr>
              <a:t>生成式右部进行代换。使其首符变为终结符。 </a:t>
            </a:r>
            <a:endParaRPr lang="zh-CN" altLang="en-US" sz="2400" dirty="0">
              <a:solidFill>
                <a:srgbClr val="333399"/>
              </a:solidFill>
              <a:ea typeface="宋体" panose="02010600030101010101" pitchFamily="2" charset="-122"/>
              <a:sym typeface="Symbol" panose="05050102010706020507" pitchFamily="18" charset="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灯片编号占位符 1"/>
          <p:cNvSpPr>
            <a:spLocks noGrp="1"/>
          </p:cNvSpPr>
          <p:nvPr>
            <p:ph type="sldNum" sz="quarter" idx="10"/>
          </p:nvPr>
        </p:nvSpPr>
        <p:spPr>
          <a:ln/>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rgbClr val="009999"/>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5pPr>
          </a:lstStyle>
          <a:p>
            <a:pPr lvl="0" algn="r" eaLnBrk="1" hangingPunct="1">
              <a:buSzTx/>
            </a:pPr>
            <a:fld id="{9A0DB2DC-4C9A-4742-B13C-FB6460FD3503}" type="slidenum">
              <a:rPr lang="" altLang="en-US" sz="1200" b="1" i="1" dirty="0">
                <a:latin typeface="Arial Narrow" panose="020B0606020202030204" pitchFamily="34" charset="0"/>
              </a:rPr>
            </a:fld>
            <a:endParaRPr lang="" altLang="en-US" sz="1200" b="1" i="1" dirty="0">
              <a:latin typeface="Arial Narrow" panose="020B0606020202030204" pitchFamily="34" charset="0"/>
            </a:endParaRPr>
          </a:p>
        </p:txBody>
      </p:sp>
      <p:sp>
        <p:nvSpPr>
          <p:cNvPr id="14338" name="页脚占位符 2"/>
          <p:cNvSpPr>
            <a:spLocks noGrp="1"/>
          </p:cNvSpPr>
          <p:nvPr>
            <p:ph type="ftr" sz="quarter" idx="11"/>
          </p:nvPr>
        </p:nvSpPr>
        <p:spPr>
          <a:ln/>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rgbClr val="009999"/>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buClrTx/>
              <a:buFontTx/>
            </a:pPr>
            <a:r>
              <a:rPr lang="" altLang="zh-CN" sz="1200" b="1" i="1" dirty="0">
                <a:latin typeface="Arial Narrow" panose="020B0606020202030204" pitchFamily="34" charset="0"/>
              </a:rPr>
              <a:t>School of Computer Science, BUPT</a:t>
            </a:r>
            <a:endParaRPr lang="" altLang="en-US" sz="1200" b="1" i="1" dirty="0">
              <a:latin typeface="Arial Narrow" panose="020B0606020202030204" pitchFamily="34" charset="0"/>
            </a:endParaRPr>
          </a:p>
        </p:txBody>
      </p:sp>
      <p:sp>
        <p:nvSpPr>
          <p:cNvPr id="14339" name="Rectangle 2"/>
          <p:cNvSpPr/>
          <p:nvPr/>
        </p:nvSpPr>
        <p:spPr>
          <a:xfrm>
            <a:off x="762000" y="457200"/>
            <a:ext cx="8001000" cy="609600"/>
          </a:xfrm>
          <a:prstGeom prst="rect">
            <a:avLst/>
          </a:prstGeom>
          <a:noFill/>
          <a:ln w="9525">
            <a:noFill/>
          </a:ln>
        </p:spPr>
        <p:txBody>
          <a:bodyPr anchor="b" anchorCtr="0"/>
          <a:p>
            <a:pPr algn="ctr">
              <a:lnSpc>
                <a:spcPct val="90000"/>
              </a:lnSpc>
            </a:pPr>
            <a:r>
              <a:rPr lang="en-US" altLang="zh-CN" sz="3200" b="1" dirty="0">
                <a:solidFill>
                  <a:srgbClr val="800080"/>
                </a:solidFill>
                <a:latin typeface="Arial" panose="020B0604020202020204" pitchFamily="34" charset="0"/>
                <a:ea typeface="楷体_GB2312" pitchFamily="49" charset="-122"/>
              </a:rPr>
              <a:t>GNF </a:t>
            </a:r>
            <a:r>
              <a:rPr lang="zh-CN" altLang="en-US" sz="3200" b="1" dirty="0">
                <a:solidFill>
                  <a:srgbClr val="800080"/>
                </a:solidFill>
                <a:latin typeface="Arial" panose="020B0604020202020204" pitchFamily="34" charset="0"/>
                <a:ea typeface="楷体_GB2312" pitchFamily="49" charset="-122"/>
              </a:rPr>
              <a:t>的构成例</a:t>
            </a:r>
            <a:endParaRPr lang="zh-CN" altLang="en-US" sz="2800" b="1" dirty="0">
              <a:solidFill>
                <a:srgbClr val="800080"/>
              </a:solidFill>
              <a:latin typeface="Arial" panose="020B0604020202020204" pitchFamily="34" charset="0"/>
              <a:ea typeface="华文行楷" panose="02010800040101010101" pitchFamily="2" charset="-122"/>
              <a:sym typeface="Symbol" panose="05050102010706020507" pitchFamily="18" charset="2"/>
            </a:endParaRPr>
          </a:p>
        </p:txBody>
      </p:sp>
      <p:sp>
        <p:nvSpPr>
          <p:cNvPr id="14340" name="Rectangle 3"/>
          <p:cNvSpPr/>
          <p:nvPr/>
        </p:nvSpPr>
        <p:spPr>
          <a:xfrm>
            <a:off x="304800" y="1295400"/>
            <a:ext cx="8610600" cy="5438775"/>
          </a:xfrm>
          <a:prstGeom prst="rect">
            <a:avLst/>
          </a:prstGeom>
          <a:noFill/>
          <a:ln w="9525">
            <a:noFill/>
          </a:ln>
        </p:spPr>
        <p:txBody>
          <a:bodyPr anchor="t" anchorCtr="0">
            <a:spAutoFit/>
          </a:bodyPr>
          <a:p>
            <a:pPr>
              <a:lnSpc>
                <a:spcPct val="130000"/>
              </a:lnSpc>
              <a:buClrTx/>
              <a:buFont typeface="Wingdings" panose="05000000000000000000" pitchFamily="2" charset="2"/>
            </a:pPr>
            <a:r>
              <a:rPr lang="zh-CN" altLang="en-US" sz="2800" b="1" dirty="0">
                <a:solidFill>
                  <a:srgbClr val="800080"/>
                </a:solidFill>
                <a:latin typeface="Times New Roman" panose="02020603050405020304" pitchFamily="18" charset="0"/>
                <a:ea typeface="华文行楷" panose="02010800040101010101" pitchFamily="2" charset="-122"/>
              </a:rPr>
              <a:t> 例: (书</a:t>
            </a:r>
            <a:r>
              <a:rPr lang="en-US" altLang="zh-CN" sz="2800" b="1" dirty="0">
                <a:solidFill>
                  <a:srgbClr val="800080"/>
                </a:solidFill>
                <a:latin typeface="Times New Roman" panose="02020603050405020304" pitchFamily="18" charset="0"/>
                <a:ea typeface="华文行楷" panose="02010800040101010101" pitchFamily="2" charset="-122"/>
              </a:rPr>
              <a:t>P111 </a:t>
            </a:r>
            <a:r>
              <a:rPr lang="zh-CN" altLang="en-US" sz="2800" b="1" dirty="0">
                <a:solidFill>
                  <a:srgbClr val="800080"/>
                </a:solidFill>
                <a:latin typeface="Times New Roman" panose="02020603050405020304" pitchFamily="18" charset="0"/>
                <a:ea typeface="华文行楷" panose="02010800040101010101" pitchFamily="2" charset="-122"/>
              </a:rPr>
              <a:t>例2)</a:t>
            </a:r>
            <a:endParaRPr lang="zh-CN" altLang="en-US" sz="2800" b="1" dirty="0">
              <a:solidFill>
                <a:srgbClr val="800080"/>
              </a:solidFill>
              <a:latin typeface="Times New Roman" panose="02020603050405020304" pitchFamily="18" charset="0"/>
              <a:ea typeface="华文行楷" panose="02010800040101010101" pitchFamily="2" charset="-122"/>
            </a:endParaRPr>
          </a:p>
          <a:p>
            <a:pPr lvl="1" indent="0" algn="just" rtl="0" eaLnBrk="1" fontAlgn="base" hangingPunct="1">
              <a:lnSpc>
                <a:spcPct val="130000"/>
              </a:lnSpc>
              <a:spcBef>
                <a:spcPct val="0"/>
              </a:spcBef>
              <a:spcAft>
                <a:spcPct val="0"/>
              </a:spcAft>
              <a:buClrTx/>
              <a:buFont typeface="Wingdings" panose="05000000000000000000" pitchFamily="2" charset="2"/>
              <a:buNone/>
            </a:pPr>
            <a:r>
              <a:rPr lang="zh-CN" altLang="en-US" sz="2400" b="1" dirty="0">
                <a:solidFill>
                  <a:schemeClr val="tx2"/>
                </a:solidFill>
                <a:latin typeface="Arial" panose="020B0604020202020204" pitchFamily="34" charset="0"/>
                <a:ea typeface="楷体_GB2312" pitchFamily="49" charset="-122"/>
              </a:rPr>
              <a:t>设已有</a:t>
            </a:r>
            <a:r>
              <a:rPr lang="en-US" altLang="zh-CN" sz="2400" b="1" dirty="0">
                <a:solidFill>
                  <a:schemeClr val="tx2"/>
                </a:solidFill>
                <a:latin typeface="Arial" panose="020B0604020202020204" pitchFamily="34" charset="0"/>
                <a:ea typeface="楷体_GB2312" pitchFamily="49" charset="-122"/>
              </a:rPr>
              <a:t>CNF：  </a:t>
            </a:r>
            <a:r>
              <a:rPr lang="en-US" altLang="zh-CN" sz="2400" b="1" dirty="0">
                <a:solidFill>
                  <a:schemeClr val="tx2"/>
                </a:solidFill>
                <a:latin typeface="宋体" panose="02010600030101010101" pitchFamily="2" charset="-122"/>
                <a:ea typeface="宋体" panose="02010600030101010101" pitchFamily="2" charset="-122"/>
              </a:rPr>
              <a:t>A→BC，     </a:t>
            </a:r>
            <a:r>
              <a:rPr lang="en-US" altLang="zh-CN" sz="2400" b="1" dirty="0">
                <a:solidFill>
                  <a:srgbClr val="FF3300"/>
                </a:solidFill>
                <a:latin typeface="宋体" panose="02010600030101010101" pitchFamily="2" charset="-122"/>
                <a:ea typeface="宋体" panose="02010600030101010101" pitchFamily="2" charset="-122"/>
              </a:rPr>
              <a:t>①</a:t>
            </a:r>
            <a:endParaRPr lang="en-US" altLang="zh-CN" sz="2400" b="1" dirty="0">
              <a:solidFill>
                <a:srgbClr val="FF3300"/>
              </a:solidFill>
              <a:latin typeface="Times New Roman" panose="02020603050405020304" pitchFamily="18" charset="0"/>
              <a:ea typeface="宋体" panose="02010600030101010101" pitchFamily="2" charset="-122"/>
            </a:endParaRPr>
          </a:p>
          <a:p>
            <a:pPr lvl="1" indent="0" algn="just" rtl="0" eaLnBrk="1" fontAlgn="base" hangingPunct="1">
              <a:lnSpc>
                <a:spcPct val="130000"/>
              </a:lnSpc>
              <a:spcBef>
                <a:spcPct val="0"/>
              </a:spcBef>
              <a:spcAft>
                <a:spcPct val="0"/>
              </a:spcAft>
              <a:buClrTx/>
              <a:buFont typeface="Wingdings" panose="05000000000000000000" pitchFamily="2" charset="2"/>
              <a:buNone/>
            </a:pPr>
            <a:r>
              <a:rPr lang="en-US" altLang="zh-CN" sz="2400" b="1" dirty="0">
                <a:solidFill>
                  <a:schemeClr val="tx2"/>
                </a:solidFill>
                <a:latin typeface="宋体" panose="02010600030101010101" pitchFamily="2" charset="-122"/>
                <a:ea typeface="宋体" panose="02010600030101010101" pitchFamily="2" charset="-122"/>
              </a:rPr>
              <a:t>             B→CA∣b，  </a:t>
            </a:r>
            <a:r>
              <a:rPr lang="en-US" altLang="zh-CN" sz="2400" b="1" dirty="0">
                <a:solidFill>
                  <a:srgbClr val="FF3300"/>
                </a:solidFill>
                <a:latin typeface="宋体" panose="02010600030101010101" pitchFamily="2" charset="-122"/>
                <a:ea typeface="宋体" panose="02010600030101010101" pitchFamily="2" charset="-122"/>
              </a:rPr>
              <a:t>②</a:t>
            </a:r>
            <a:endParaRPr lang="en-US" altLang="zh-CN" sz="2400" b="1" dirty="0">
              <a:solidFill>
                <a:srgbClr val="FF3300"/>
              </a:solidFill>
              <a:latin typeface="Times New Roman" panose="02020603050405020304" pitchFamily="18" charset="0"/>
              <a:ea typeface="宋体" panose="02010600030101010101" pitchFamily="2" charset="-122"/>
            </a:endParaRPr>
          </a:p>
          <a:p>
            <a:pPr lvl="1" indent="0" algn="just" rtl="0" eaLnBrk="1" fontAlgn="base" hangingPunct="1">
              <a:lnSpc>
                <a:spcPct val="130000"/>
              </a:lnSpc>
              <a:spcBef>
                <a:spcPct val="0"/>
              </a:spcBef>
              <a:spcAft>
                <a:spcPct val="0"/>
              </a:spcAft>
              <a:buClrTx/>
              <a:buFont typeface="Wingdings" panose="05000000000000000000" pitchFamily="2" charset="2"/>
              <a:buNone/>
            </a:pPr>
            <a:r>
              <a:rPr lang="en-US" altLang="zh-CN" sz="2400" b="1" dirty="0">
                <a:solidFill>
                  <a:schemeClr val="tx2"/>
                </a:solidFill>
                <a:latin typeface="宋体" panose="02010600030101010101" pitchFamily="2" charset="-122"/>
                <a:ea typeface="宋体" panose="02010600030101010101" pitchFamily="2" charset="-122"/>
              </a:rPr>
              <a:t>             C→AB∣a，  </a:t>
            </a:r>
            <a:r>
              <a:rPr lang="en-US" altLang="zh-CN" sz="2400" b="1" dirty="0">
                <a:solidFill>
                  <a:srgbClr val="FF3300"/>
                </a:solidFill>
                <a:latin typeface="宋体" panose="02010600030101010101" pitchFamily="2" charset="-122"/>
                <a:ea typeface="宋体" panose="02010600030101010101" pitchFamily="2" charset="-122"/>
              </a:rPr>
              <a:t>③</a:t>
            </a:r>
            <a:r>
              <a:rPr lang="en-US" altLang="zh-CN" sz="2400" b="1" dirty="0">
                <a:solidFill>
                  <a:schemeClr val="tx2"/>
                </a:solidFill>
                <a:latin typeface="宋体" panose="02010600030101010101" pitchFamily="2" charset="-122"/>
                <a:ea typeface="宋体" panose="02010600030101010101" pitchFamily="2" charset="-122"/>
              </a:rPr>
              <a:t>   </a:t>
            </a:r>
            <a:r>
              <a:rPr lang="zh-CN" altLang="en-US" sz="2400" b="1" dirty="0">
                <a:solidFill>
                  <a:schemeClr val="tx2"/>
                </a:solidFill>
                <a:latin typeface="Arial" panose="020B0604020202020204" pitchFamily="34" charset="0"/>
                <a:ea typeface="楷体_GB2312" pitchFamily="49" charset="-122"/>
              </a:rPr>
              <a:t>将其变换为</a:t>
            </a:r>
            <a:r>
              <a:rPr lang="en-US" altLang="zh-CN" sz="2400" b="1" dirty="0">
                <a:solidFill>
                  <a:schemeClr val="tx2"/>
                </a:solidFill>
                <a:latin typeface="Arial" panose="020B0604020202020204" pitchFamily="34" charset="0"/>
                <a:ea typeface="楷体_GB2312" pitchFamily="49" charset="-122"/>
              </a:rPr>
              <a:t>GNF。</a:t>
            </a:r>
            <a:endParaRPr lang="en-US" altLang="zh-CN" sz="2400" b="1" dirty="0">
              <a:solidFill>
                <a:schemeClr val="tx2"/>
              </a:solidFill>
              <a:latin typeface="Arial" panose="020B0604020202020204" pitchFamily="34" charset="0"/>
              <a:ea typeface="楷体_GB2312" pitchFamily="49" charset="-122"/>
            </a:endParaRPr>
          </a:p>
          <a:p>
            <a:pPr algn="just">
              <a:lnSpc>
                <a:spcPct val="130000"/>
              </a:lnSpc>
              <a:buClrTx/>
              <a:buFont typeface="Wingdings" panose="05000000000000000000" pitchFamily="2" charset="2"/>
            </a:pPr>
            <a:r>
              <a:rPr lang="zh-CN" altLang="en-US" sz="2800" b="1" dirty="0">
                <a:solidFill>
                  <a:srgbClr val="800080"/>
                </a:solidFill>
                <a:latin typeface="Times New Roman" panose="02020603050405020304" pitchFamily="18" charset="0"/>
                <a:ea typeface="华文行楷" panose="02010800040101010101" pitchFamily="2" charset="-122"/>
              </a:rPr>
              <a:t>解: </a:t>
            </a:r>
            <a:r>
              <a:rPr lang="zh-CN" altLang="en-US" sz="2400" b="1" dirty="0">
                <a:solidFill>
                  <a:schemeClr val="tx2"/>
                </a:solidFill>
                <a:latin typeface="宋体" panose="02010600030101010101" pitchFamily="2" charset="-122"/>
              </a:rPr>
              <a:t>⑴ 按其非终结符排列为</a:t>
            </a:r>
            <a:r>
              <a:rPr lang="en-US" altLang="zh-CN" sz="2400" b="1" dirty="0">
                <a:solidFill>
                  <a:schemeClr val="tx2"/>
                </a:solidFill>
                <a:latin typeface="宋体" panose="02010600030101010101" pitchFamily="2" charset="-122"/>
              </a:rPr>
              <a:t>A、B、C，A</a:t>
            </a:r>
            <a:r>
              <a:rPr lang="zh-CN" altLang="en-US" sz="2400" b="1" dirty="0">
                <a:solidFill>
                  <a:schemeClr val="tx2"/>
                </a:solidFill>
                <a:latin typeface="宋体" panose="02010600030101010101" pitchFamily="2" charset="-122"/>
              </a:rPr>
              <a:t>是低位，</a:t>
            </a:r>
            <a:r>
              <a:rPr lang="en-US" altLang="zh-CN" sz="2400" b="1" dirty="0">
                <a:solidFill>
                  <a:schemeClr val="tx2"/>
                </a:solidFill>
                <a:latin typeface="宋体" panose="02010600030101010101" pitchFamily="2" charset="-122"/>
              </a:rPr>
              <a:t>C</a:t>
            </a:r>
            <a:r>
              <a:rPr lang="zh-CN" altLang="en-US" sz="2400" b="1" dirty="0">
                <a:solidFill>
                  <a:schemeClr val="tx2"/>
                </a:solidFill>
                <a:latin typeface="宋体" panose="02010600030101010101" pitchFamily="2" charset="-122"/>
              </a:rPr>
              <a:t>是高位。</a:t>
            </a:r>
            <a:endParaRPr lang="zh-CN" altLang="en-US" sz="2400" b="1" dirty="0">
              <a:solidFill>
                <a:schemeClr val="tx2"/>
              </a:solidFill>
              <a:latin typeface="Times New Roman" panose="02020603050405020304" pitchFamily="18" charset="0"/>
            </a:endParaRPr>
          </a:p>
          <a:p>
            <a:pPr lvl="1" indent="0" algn="just" rtl="0" eaLnBrk="1" fontAlgn="base" hangingPunct="1">
              <a:lnSpc>
                <a:spcPct val="130000"/>
              </a:lnSpc>
              <a:spcBef>
                <a:spcPct val="0"/>
              </a:spcBef>
              <a:spcAft>
                <a:spcPct val="0"/>
              </a:spcAft>
              <a:buClrTx/>
              <a:buFont typeface="Wingdings" panose="05000000000000000000" pitchFamily="2" charset="2"/>
              <a:buNone/>
            </a:pPr>
            <a:r>
              <a:rPr lang="zh-CN" altLang="en-US" sz="2400" b="1" dirty="0">
                <a:solidFill>
                  <a:schemeClr val="tx2"/>
                </a:solidFill>
                <a:latin typeface="宋体" panose="02010600030101010101" pitchFamily="2" charset="-122"/>
                <a:ea typeface="宋体" panose="02010600030101010101" pitchFamily="2" charset="-122"/>
              </a:rPr>
              <a:t>  ⑵ ∵ ①、②中，右部首符序号高于左部的非终结符</a:t>
            </a:r>
            <a:endParaRPr lang="zh-CN" altLang="en-US" sz="2400" b="1" dirty="0">
              <a:solidFill>
                <a:schemeClr val="tx2"/>
              </a:solidFill>
              <a:latin typeface="Times New Roman" panose="02020603050405020304" pitchFamily="18" charset="0"/>
              <a:ea typeface="宋体" panose="02010600030101010101" pitchFamily="2" charset="-122"/>
            </a:endParaRPr>
          </a:p>
          <a:p>
            <a:pPr lvl="1" indent="0" algn="just" rtl="0" eaLnBrk="1" fontAlgn="base" hangingPunct="1">
              <a:lnSpc>
                <a:spcPct val="130000"/>
              </a:lnSpc>
              <a:spcBef>
                <a:spcPct val="0"/>
              </a:spcBef>
              <a:spcAft>
                <a:spcPct val="0"/>
              </a:spcAft>
              <a:buClrTx/>
              <a:buFont typeface="Wingdings" panose="05000000000000000000" pitchFamily="2" charset="2"/>
              <a:buNone/>
            </a:pPr>
            <a:r>
              <a:rPr lang="zh-CN" altLang="en-US" sz="2400" b="1" dirty="0">
                <a:solidFill>
                  <a:schemeClr val="tx2"/>
                </a:solidFill>
                <a:latin typeface="宋体" panose="02010600030101010101" pitchFamily="2" charset="-122"/>
                <a:ea typeface="宋体" panose="02010600030101010101" pitchFamily="2" charset="-122"/>
              </a:rPr>
              <a:t>    ∴ 无需变换。</a:t>
            </a:r>
            <a:endParaRPr lang="zh-CN" altLang="en-US" sz="2400" b="1" dirty="0">
              <a:solidFill>
                <a:schemeClr val="tx2"/>
              </a:solidFill>
              <a:latin typeface="Times New Roman" panose="02020603050405020304" pitchFamily="18" charset="0"/>
              <a:ea typeface="宋体" panose="02010600030101010101" pitchFamily="2" charset="-122"/>
            </a:endParaRPr>
          </a:p>
          <a:p>
            <a:pPr lvl="1" indent="0" algn="just" rtl="0" eaLnBrk="1" fontAlgn="base" hangingPunct="1">
              <a:lnSpc>
                <a:spcPct val="130000"/>
              </a:lnSpc>
              <a:spcBef>
                <a:spcPct val="0"/>
              </a:spcBef>
              <a:spcAft>
                <a:spcPct val="0"/>
              </a:spcAft>
              <a:buClrTx/>
              <a:buFont typeface="Wingdings" panose="05000000000000000000" pitchFamily="2" charset="2"/>
              <a:buNone/>
            </a:pPr>
            <a:r>
              <a:rPr lang="zh-CN" altLang="en-US" sz="2400" b="1" dirty="0">
                <a:solidFill>
                  <a:schemeClr val="tx2"/>
                </a:solidFill>
                <a:latin typeface="宋体" panose="02010600030101010101" pitchFamily="2" charset="-122"/>
                <a:ea typeface="宋体" panose="02010600030101010101" pitchFamily="2" charset="-122"/>
              </a:rPr>
              <a:t>对③，需要变换，</a:t>
            </a:r>
            <a:endParaRPr lang="zh-CN" altLang="en-US" sz="2400" b="1" dirty="0">
              <a:solidFill>
                <a:schemeClr val="tx2"/>
              </a:solidFill>
              <a:latin typeface="Times New Roman" panose="02020603050405020304" pitchFamily="18" charset="0"/>
              <a:ea typeface="宋体" panose="02010600030101010101" pitchFamily="2" charset="-122"/>
            </a:endParaRPr>
          </a:p>
          <a:p>
            <a:pPr lvl="1" indent="0" algn="just" rtl="0" eaLnBrk="1" fontAlgn="base" hangingPunct="1">
              <a:lnSpc>
                <a:spcPct val="130000"/>
              </a:lnSpc>
              <a:spcBef>
                <a:spcPct val="0"/>
              </a:spcBef>
              <a:spcAft>
                <a:spcPct val="0"/>
              </a:spcAft>
              <a:buClrTx/>
              <a:buFont typeface="Wingdings" panose="05000000000000000000" pitchFamily="2" charset="2"/>
              <a:buNone/>
            </a:pPr>
            <a:r>
              <a:rPr lang="zh-CN" altLang="en-US" sz="2400" b="1" dirty="0">
                <a:solidFill>
                  <a:schemeClr val="tx2"/>
                </a:solidFill>
                <a:latin typeface="宋体" panose="02010600030101010101" pitchFamily="2" charset="-122"/>
                <a:ea typeface="宋体" panose="02010600030101010101" pitchFamily="2" charset="-122"/>
              </a:rPr>
              <a:t>将①代入③得   </a:t>
            </a:r>
            <a:r>
              <a:rPr lang="en-US" altLang="zh-CN" sz="2400" b="1" dirty="0">
                <a:solidFill>
                  <a:schemeClr val="tx2"/>
                </a:solidFill>
                <a:latin typeface="宋体" panose="02010600030101010101" pitchFamily="2" charset="-122"/>
                <a:ea typeface="宋体" panose="02010600030101010101" pitchFamily="2" charset="-122"/>
              </a:rPr>
              <a:t>C→BCB∣a  </a:t>
            </a:r>
            <a:r>
              <a:rPr lang="en-US" altLang="zh-CN" sz="2400" b="1" dirty="0">
                <a:solidFill>
                  <a:srgbClr val="FF3300"/>
                </a:solidFill>
                <a:latin typeface="宋体" panose="02010600030101010101" pitchFamily="2" charset="-122"/>
                <a:ea typeface="宋体" panose="02010600030101010101" pitchFamily="2" charset="-122"/>
              </a:rPr>
              <a:t>④</a:t>
            </a:r>
            <a:r>
              <a:rPr lang="en-US" altLang="zh-CN" sz="2400" b="1" dirty="0">
                <a:solidFill>
                  <a:schemeClr val="tx2"/>
                </a:solidFill>
                <a:latin typeface="宋体" panose="02010600030101010101" pitchFamily="2" charset="-122"/>
                <a:ea typeface="宋体" panose="02010600030101010101" pitchFamily="2" charset="-122"/>
              </a:rPr>
              <a:t>，  </a:t>
            </a:r>
            <a:r>
              <a:rPr lang="zh-CN" altLang="en-US" sz="2400" b="1" dirty="0">
                <a:solidFill>
                  <a:schemeClr val="tx2"/>
                </a:solidFill>
                <a:latin typeface="宋体" panose="02010600030101010101" pitchFamily="2" charset="-122"/>
                <a:ea typeface="宋体" panose="02010600030101010101" pitchFamily="2" charset="-122"/>
              </a:rPr>
              <a:t>仍需变换，</a:t>
            </a:r>
            <a:endParaRPr lang="zh-CN" altLang="en-US" sz="2400" b="1" dirty="0">
              <a:solidFill>
                <a:schemeClr val="tx2"/>
              </a:solidFill>
              <a:latin typeface="Times New Roman" panose="02020603050405020304" pitchFamily="18" charset="0"/>
              <a:ea typeface="宋体" panose="02010600030101010101" pitchFamily="2" charset="-122"/>
            </a:endParaRPr>
          </a:p>
          <a:p>
            <a:pPr lvl="1" indent="0" algn="just" rtl="0" eaLnBrk="1" fontAlgn="base" hangingPunct="1">
              <a:lnSpc>
                <a:spcPct val="130000"/>
              </a:lnSpc>
              <a:spcBef>
                <a:spcPct val="0"/>
              </a:spcBef>
              <a:spcAft>
                <a:spcPct val="0"/>
              </a:spcAft>
              <a:buClrTx/>
              <a:buFont typeface="Wingdings" panose="05000000000000000000" pitchFamily="2" charset="2"/>
              <a:buNone/>
            </a:pPr>
            <a:r>
              <a:rPr lang="zh-CN" altLang="en-US" sz="2400" b="1" dirty="0">
                <a:solidFill>
                  <a:schemeClr val="tx2"/>
                </a:solidFill>
                <a:latin typeface="宋体" panose="02010600030101010101" pitchFamily="2" charset="-122"/>
                <a:ea typeface="宋体" panose="02010600030101010101" pitchFamily="2" charset="-122"/>
              </a:rPr>
              <a:t>将②代入④得   </a:t>
            </a:r>
            <a:r>
              <a:rPr lang="en-US" altLang="zh-CN" sz="2400" b="1" dirty="0">
                <a:solidFill>
                  <a:schemeClr val="tx2"/>
                </a:solidFill>
                <a:latin typeface="宋体" panose="02010600030101010101" pitchFamily="2" charset="-122"/>
                <a:ea typeface="宋体" panose="02010600030101010101" pitchFamily="2" charset="-122"/>
              </a:rPr>
              <a:t>C→CACB∣bCB∣a  </a:t>
            </a:r>
            <a:r>
              <a:rPr lang="en-US" altLang="zh-CN" sz="2400" b="1" dirty="0">
                <a:solidFill>
                  <a:srgbClr val="FF3300"/>
                </a:solidFill>
                <a:latin typeface="宋体" panose="02010600030101010101" pitchFamily="2" charset="-122"/>
                <a:ea typeface="宋体" panose="02010600030101010101" pitchFamily="2" charset="-122"/>
              </a:rPr>
              <a:t>⑤</a:t>
            </a:r>
            <a:endParaRPr lang="en-US" altLang="zh-CN" sz="2400" b="1" dirty="0">
              <a:solidFill>
                <a:srgbClr val="FF3300"/>
              </a:solidFill>
              <a:latin typeface="Times New Roman" panose="02020603050405020304" pitchFamily="18" charset="0"/>
              <a:ea typeface="宋体" panose="02010600030101010101" pitchFamily="2" charset="-122"/>
            </a:endParaRPr>
          </a:p>
          <a:p>
            <a:pPr lvl="1" indent="0" algn="just" rtl="0" eaLnBrk="1" fontAlgn="base" hangingPunct="1">
              <a:lnSpc>
                <a:spcPct val="120000"/>
              </a:lnSpc>
              <a:spcBef>
                <a:spcPct val="0"/>
              </a:spcBef>
              <a:spcAft>
                <a:spcPct val="0"/>
              </a:spcAft>
              <a:buClrTx/>
              <a:buFont typeface="Wingdings" panose="05000000000000000000" pitchFamily="2" charset="2"/>
              <a:buNone/>
            </a:pPr>
            <a:endParaRPr lang="en-US" altLang="zh-CN" sz="2400" b="1" dirty="0">
              <a:solidFill>
                <a:schemeClr val="tx2"/>
              </a:solidFill>
              <a:latin typeface="Arial" panose="020B0604020202020204" pitchFamily="34" charset="0"/>
              <a:ea typeface="楷体_GB2312" pitchFamily="49" charset="-122"/>
            </a:endParaRPr>
          </a:p>
        </p:txBody>
      </p:sp>
    </p:spTree>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灯片编号占位符 1"/>
          <p:cNvSpPr>
            <a:spLocks noGrp="1"/>
          </p:cNvSpPr>
          <p:nvPr>
            <p:ph type="sldNum" sz="quarter" idx="10"/>
          </p:nvPr>
        </p:nvSpPr>
        <p:spPr>
          <a:ln/>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rgbClr val="009999"/>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5pPr>
          </a:lstStyle>
          <a:p>
            <a:pPr lvl="0" algn="r" eaLnBrk="1" hangingPunct="1">
              <a:buSzTx/>
            </a:pPr>
            <a:fld id="{9A0DB2DC-4C9A-4742-B13C-FB6460FD3503}" type="slidenum">
              <a:rPr lang="" altLang="en-US" sz="1200" b="1" i="1" dirty="0">
                <a:latin typeface="Arial Narrow" panose="020B0606020202030204" pitchFamily="34" charset="0"/>
              </a:rPr>
            </a:fld>
            <a:endParaRPr lang="" altLang="en-US" sz="1200" b="1" i="1" dirty="0">
              <a:latin typeface="Arial Narrow" panose="020B0606020202030204" pitchFamily="34" charset="0"/>
            </a:endParaRPr>
          </a:p>
        </p:txBody>
      </p:sp>
      <p:sp>
        <p:nvSpPr>
          <p:cNvPr id="15362" name="页脚占位符 2"/>
          <p:cNvSpPr>
            <a:spLocks noGrp="1"/>
          </p:cNvSpPr>
          <p:nvPr>
            <p:ph type="ftr" sz="quarter" idx="11"/>
          </p:nvPr>
        </p:nvSpPr>
        <p:spPr>
          <a:ln/>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rgbClr val="009999"/>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buClrTx/>
              <a:buFontTx/>
            </a:pPr>
            <a:r>
              <a:rPr lang="" altLang="zh-CN" sz="1200" b="1" i="1" dirty="0">
                <a:latin typeface="Arial Narrow" panose="020B0606020202030204" pitchFamily="34" charset="0"/>
              </a:rPr>
              <a:t>School of Computer Science, BUPT</a:t>
            </a:r>
            <a:endParaRPr lang="" altLang="en-US" sz="1200" b="1" i="1" dirty="0">
              <a:latin typeface="Arial Narrow" panose="020B0606020202030204" pitchFamily="34" charset="0"/>
            </a:endParaRPr>
          </a:p>
        </p:txBody>
      </p:sp>
      <p:sp>
        <p:nvSpPr>
          <p:cNvPr id="15363" name="Rectangle 2"/>
          <p:cNvSpPr/>
          <p:nvPr/>
        </p:nvSpPr>
        <p:spPr>
          <a:xfrm>
            <a:off x="762000" y="457200"/>
            <a:ext cx="8001000" cy="609600"/>
          </a:xfrm>
          <a:prstGeom prst="rect">
            <a:avLst/>
          </a:prstGeom>
          <a:noFill/>
          <a:ln w="9525">
            <a:noFill/>
          </a:ln>
        </p:spPr>
        <p:txBody>
          <a:bodyPr anchor="b" anchorCtr="0"/>
          <a:p>
            <a:pPr algn="ctr">
              <a:lnSpc>
                <a:spcPct val="90000"/>
              </a:lnSpc>
            </a:pPr>
            <a:r>
              <a:rPr lang="en-US" altLang="zh-CN" sz="3200" b="1" dirty="0">
                <a:solidFill>
                  <a:srgbClr val="800080"/>
                </a:solidFill>
                <a:latin typeface="Arial" panose="020B0604020202020204" pitchFamily="34" charset="0"/>
                <a:ea typeface="楷体_GB2312" pitchFamily="49" charset="-122"/>
              </a:rPr>
              <a:t>GNF </a:t>
            </a:r>
            <a:r>
              <a:rPr lang="zh-CN" altLang="en-US" sz="3200" b="1" dirty="0">
                <a:solidFill>
                  <a:srgbClr val="800080"/>
                </a:solidFill>
                <a:latin typeface="Arial" panose="020B0604020202020204" pitchFamily="34" charset="0"/>
                <a:ea typeface="楷体_GB2312" pitchFamily="49" charset="-122"/>
              </a:rPr>
              <a:t>的构成例</a:t>
            </a:r>
            <a:endParaRPr lang="zh-CN" altLang="en-US" sz="2800" b="1" dirty="0">
              <a:solidFill>
                <a:srgbClr val="800080"/>
              </a:solidFill>
              <a:latin typeface="Arial" panose="020B0604020202020204" pitchFamily="34" charset="0"/>
              <a:ea typeface="华文行楷" panose="02010800040101010101" pitchFamily="2" charset="-122"/>
              <a:sym typeface="Symbol" panose="05050102010706020507" pitchFamily="18" charset="2"/>
            </a:endParaRPr>
          </a:p>
        </p:txBody>
      </p:sp>
      <p:sp>
        <p:nvSpPr>
          <p:cNvPr id="15364" name="Rectangle 3"/>
          <p:cNvSpPr/>
          <p:nvPr/>
        </p:nvSpPr>
        <p:spPr>
          <a:xfrm>
            <a:off x="0" y="1295400"/>
            <a:ext cx="8915400" cy="4965700"/>
          </a:xfrm>
          <a:prstGeom prst="rect">
            <a:avLst/>
          </a:prstGeom>
          <a:noFill/>
          <a:ln w="9525">
            <a:noFill/>
          </a:ln>
        </p:spPr>
        <p:txBody>
          <a:bodyPr anchor="t" anchorCtr="0">
            <a:spAutoFit/>
          </a:bodyPr>
          <a:p>
            <a:pPr lvl="1" indent="0" algn="just" rtl="0" eaLnBrk="1" fontAlgn="base" hangingPunct="1">
              <a:lnSpc>
                <a:spcPct val="120000"/>
              </a:lnSpc>
              <a:spcBef>
                <a:spcPct val="0"/>
              </a:spcBef>
              <a:spcAft>
                <a:spcPct val="0"/>
              </a:spcAft>
              <a:buClrTx/>
              <a:buFont typeface="Wingdings" panose="05000000000000000000" pitchFamily="2" charset="2"/>
              <a:buNone/>
            </a:pPr>
            <a:r>
              <a:rPr lang="en-US" altLang="zh-CN" sz="2400" b="1" dirty="0">
                <a:solidFill>
                  <a:schemeClr val="tx2"/>
                </a:solidFill>
                <a:latin typeface="Times New Roman" panose="02020603050405020304" pitchFamily="18" charset="0"/>
                <a:ea typeface="宋体" panose="02010600030101010101" pitchFamily="2" charset="-122"/>
              </a:rPr>
              <a:t>⑶ </a:t>
            </a:r>
            <a:r>
              <a:rPr lang="zh-CN" altLang="en-US" sz="2400" b="1" dirty="0">
                <a:solidFill>
                  <a:schemeClr val="tx2"/>
                </a:solidFill>
                <a:latin typeface="Times New Roman" panose="02020603050405020304" pitchFamily="18" charset="0"/>
                <a:ea typeface="楷体_GB2312" pitchFamily="49" charset="-122"/>
              </a:rPr>
              <a:t>对上述变换后所得结果消直接左递归 </a:t>
            </a:r>
            <a:endParaRPr lang="zh-CN" altLang="en-US" sz="2400" b="1" dirty="0">
              <a:solidFill>
                <a:schemeClr val="tx2"/>
              </a:solidFill>
              <a:latin typeface="Times New Roman" panose="02020603050405020304" pitchFamily="18" charset="0"/>
              <a:ea typeface="楷体_GB2312" pitchFamily="49" charset="-122"/>
            </a:endParaRPr>
          </a:p>
          <a:p>
            <a:pPr lvl="1" indent="0" algn="just" rtl="0" eaLnBrk="1" fontAlgn="base" hangingPunct="1">
              <a:lnSpc>
                <a:spcPct val="120000"/>
              </a:lnSpc>
              <a:spcBef>
                <a:spcPct val="0"/>
              </a:spcBef>
              <a:spcAft>
                <a:spcPct val="0"/>
              </a:spcAft>
              <a:buClrTx/>
              <a:buFont typeface="Wingdings" panose="05000000000000000000" pitchFamily="2" charset="2"/>
              <a:buNone/>
            </a:pPr>
            <a:r>
              <a:rPr lang="zh-CN" altLang="en-US" sz="2400" b="1" dirty="0">
                <a:solidFill>
                  <a:schemeClr val="tx2"/>
                </a:solidFill>
                <a:latin typeface="Times New Roman" panose="02020603050405020304" pitchFamily="18" charset="0"/>
                <a:ea typeface="宋体" panose="02010600030101010101" pitchFamily="2" charset="-122"/>
              </a:rPr>
              <a:t>对</a:t>
            </a:r>
            <a:r>
              <a:rPr lang="en-US" altLang="zh-CN" sz="2400" b="1" dirty="0">
                <a:solidFill>
                  <a:schemeClr val="tx2"/>
                </a:solidFill>
                <a:latin typeface="Times New Roman" panose="02020603050405020304" pitchFamily="18" charset="0"/>
                <a:ea typeface="宋体" panose="02010600030101010101" pitchFamily="2" charset="-122"/>
              </a:rPr>
              <a:t>C→C</a:t>
            </a:r>
            <a:r>
              <a:rPr lang="en-US" altLang="zh-CN" sz="2400" b="1" u="sng" dirty="0">
                <a:solidFill>
                  <a:srgbClr val="0000FF"/>
                </a:solidFill>
                <a:latin typeface="Times New Roman" panose="02020603050405020304" pitchFamily="18" charset="0"/>
                <a:ea typeface="宋体" panose="02010600030101010101" pitchFamily="2" charset="-122"/>
              </a:rPr>
              <a:t>ACB</a:t>
            </a:r>
            <a:r>
              <a:rPr lang="en-US" altLang="zh-CN" sz="2400" b="1" dirty="0">
                <a:solidFill>
                  <a:schemeClr val="tx2"/>
                </a:solidFill>
                <a:latin typeface="Times New Roman" panose="02020603050405020304" pitchFamily="18" charset="0"/>
                <a:ea typeface="宋体" panose="02010600030101010101" pitchFamily="2" charset="-122"/>
              </a:rPr>
              <a:t>∣</a:t>
            </a:r>
            <a:r>
              <a:rPr lang="en-US" altLang="zh-CN" sz="2400" b="1" u="sng" dirty="0">
                <a:solidFill>
                  <a:srgbClr val="FF0000"/>
                </a:solidFill>
                <a:latin typeface="Times New Roman" panose="02020603050405020304" pitchFamily="18" charset="0"/>
                <a:ea typeface="宋体" panose="02010600030101010101" pitchFamily="2" charset="-122"/>
              </a:rPr>
              <a:t>bCB</a:t>
            </a:r>
            <a:r>
              <a:rPr lang="en-US" altLang="zh-CN" sz="2400" b="1" dirty="0">
                <a:solidFill>
                  <a:srgbClr val="FF0000"/>
                </a:solidFill>
                <a:latin typeface="Times New Roman" panose="02020603050405020304" pitchFamily="18" charset="0"/>
                <a:ea typeface="宋体" panose="02010600030101010101" pitchFamily="2" charset="-122"/>
              </a:rPr>
              <a:t>∣</a:t>
            </a:r>
            <a:r>
              <a:rPr lang="en-US" altLang="zh-CN" sz="2400" b="1" u="sng" dirty="0">
                <a:solidFill>
                  <a:srgbClr val="FF0000"/>
                </a:solidFill>
                <a:latin typeface="Times New Roman" panose="02020603050405020304" pitchFamily="18" charset="0"/>
                <a:ea typeface="宋体" panose="02010600030101010101" pitchFamily="2" charset="-122"/>
              </a:rPr>
              <a:t>a</a:t>
            </a:r>
            <a:r>
              <a:rPr lang="en-US" altLang="zh-CN" sz="2400" b="1" dirty="0">
                <a:solidFill>
                  <a:srgbClr val="FF0000"/>
                </a:solidFill>
                <a:latin typeface="Times New Roman" panose="02020603050405020304" pitchFamily="18" charset="0"/>
                <a:ea typeface="宋体" panose="02010600030101010101" pitchFamily="2" charset="-122"/>
              </a:rPr>
              <a:t> </a:t>
            </a:r>
            <a:r>
              <a:rPr lang="en-US" altLang="zh-CN" sz="2400" b="1" dirty="0">
                <a:solidFill>
                  <a:schemeClr val="tx2"/>
                </a:solidFill>
                <a:latin typeface="Times New Roman" panose="02020603050405020304" pitchFamily="18" charset="0"/>
                <a:ea typeface="宋体" panose="02010600030101010101" pitchFamily="2" charset="-122"/>
              </a:rPr>
              <a:t>  </a:t>
            </a:r>
            <a:r>
              <a:rPr lang="zh-CN" altLang="en-US" sz="2400" b="1" dirty="0">
                <a:solidFill>
                  <a:schemeClr val="tx2"/>
                </a:solidFill>
                <a:latin typeface="Times New Roman" panose="02020603050405020304" pitchFamily="18" charset="0"/>
                <a:ea typeface="宋体" panose="02010600030101010101" pitchFamily="2" charset="-122"/>
              </a:rPr>
              <a:t>变换为</a:t>
            </a:r>
            <a:endParaRPr lang="zh-CN" altLang="en-US" sz="2400" b="1" dirty="0">
              <a:solidFill>
                <a:schemeClr val="tx2"/>
              </a:solidFill>
              <a:latin typeface="Times New Roman" panose="02020603050405020304" pitchFamily="18" charset="0"/>
              <a:ea typeface="宋体" panose="02010600030101010101" pitchFamily="2" charset="-122"/>
            </a:endParaRPr>
          </a:p>
          <a:p>
            <a:pPr lvl="1" indent="0" algn="just" rtl="0" eaLnBrk="1" fontAlgn="base" hangingPunct="1">
              <a:lnSpc>
                <a:spcPct val="120000"/>
              </a:lnSpc>
              <a:spcBef>
                <a:spcPct val="0"/>
              </a:spcBef>
              <a:spcAft>
                <a:spcPct val="0"/>
              </a:spcAft>
              <a:buClrTx/>
              <a:buFont typeface="Wingdings" panose="05000000000000000000" pitchFamily="2" charset="2"/>
              <a:buNone/>
            </a:pPr>
            <a:r>
              <a:rPr lang="zh-CN" altLang="en-US" sz="2400" b="1" dirty="0">
                <a:solidFill>
                  <a:schemeClr val="tx2"/>
                </a:solidFill>
                <a:latin typeface="Times New Roman" panose="02020603050405020304" pitchFamily="18" charset="0"/>
                <a:ea typeface="宋体" panose="02010600030101010101" pitchFamily="2" charset="-122"/>
              </a:rPr>
              <a:t>       </a:t>
            </a:r>
            <a:r>
              <a:rPr lang="en-US" altLang="zh-CN" sz="2400" b="1" dirty="0">
                <a:solidFill>
                  <a:srgbClr val="0000FF"/>
                </a:solidFill>
                <a:latin typeface="Times New Roman" panose="02020603050405020304" pitchFamily="18" charset="0"/>
                <a:ea typeface="宋体" panose="02010600030101010101" pitchFamily="2" charset="-122"/>
              </a:rPr>
              <a:t>α</a:t>
            </a:r>
            <a:r>
              <a:rPr lang="en-US" altLang="zh-CN" sz="2400" b="1" baseline="-30000" dirty="0">
                <a:solidFill>
                  <a:srgbClr val="0000FF"/>
                </a:solidFill>
                <a:latin typeface="Times New Roman" panose="02020603050405020304" pitchFamily="18" charset="0"/>
                <a:ea typeface="宋体" panose="02010600030101010101" pitchFamily="2" charset="-122"/>
              </a:rPr>
              <a:t>1</a:t>
            </a:r>
            <a:r>
              <a:rPr lang="en-US" altLang="zh-CN" sz="2400" b="1" dirty="0">
                <a:solidFill>
                  <a:schemeClr val="tx2"/>
                </a:solidFill>
                <a:latin typeface="Times New Roman" panose="02020603050405020304" pitchFamily="18" charset="0"/>
                <a:ea typeface="宋体" panose="02010600030101010101" pitchFamily="2" charset="-122"/>
              </a:rPr>
              <a:t>  </a:t>
            </a:r>
            <a:r>
              <a:rPr lang="en-US" altLang="zh-CN" sz="2400" b="1" dirty="0">
                <a:solidFill>
                  <a:srgbClr val="FF0000"/>
                </a:solidFill>
                <a:latin typeface="Times New Roman" panose="02020603050405020304" pitchFamily="18" charset="0"/>
                <a:ea typeface="宋体" panose="02010600030101010101" pitchFamily="2" charset="-122"/>
              </a:rPr>
              <a:t>β</a:t>
            </a:r>
            <a:r>
              <a:rPr lang="en-US" altLang="zh-CN" sz="2400" b="1" baseline="-30000" dirty="0">
                <a:solidFill>
                  <a:srgbClr val="FF0000"/>
                </a:solidFill>
                <a:latin typeface="Times New Roman" panose="02020603050405020304" pitchFamily="18" charset="0"/>
                <a:ea typeface="宋体" panose="02010600030101010101" pitchFamily="2" charset="-122"/>
              </a:rPr>
              <a:t>1</a:t>
            </a:r>
            <a:r>
              <a:rPr lang="en-US" altLang="zh-CN" sz="2400" b="1" dirty="0">
                <a:solidFill>
                  <a:srgbClr val="FF0000"/>
                </a:solidFill>
                <a:latin typeface="Times New Roman" panose="02020603050405020304" pitchFamily="18" charset="0"/>
                <a:ea typeface="宋体" panose="02010600030101010101" pitchFamily="2" charset="-122"/>
              </a:rPr>
              <a:t>  β</a:t>
            </a:r>
            <a:r>
              <a:rPr lang="en-US" altLang="zh-CN" sz="2400" b="1" baseline="-30000" dirty="0">
                <a:solidFill>
                  <a:srgbClr val="FF0000"/>
                </a:solidFill>
                <a:latin typeface="Times New Roman" panose="02020603050405020304" pitchFamily="18" charset="0"/>
                <a:ea typeface="宋体" panose="02010600030101010101" pitchFamily="2" charset="-122"/>
              </a:rPr>
              <a:t>2</a:t>
            </a:r>
            <a:endParaRPr lang="en-US" altLang="zh-CN" sz="2400" b="1" dirty="0">
              <a:solidFill>
                <a:schemeClr val="tx2"/>
              </a:solidFill>
              <a:latin typeface="Times New Roman" panose="02020603050405020304" pitchFamily="18" charset="0"/>
              <a:ea typeface="宋体" panose="02010600030101010101" pitchFamily="2" charset="-122"/>
            </a:endParaRPr>
          </a:p>
          <a:p>
            <a:pPr lvl="1" indent="0" algn="just" rtl="0" eaLnBrk="1" fontAlgn="base" hangingPunct="1">
              <a:lnSpc>
                <a:spcPct val="120000"/>
              </a:lnSpc>
              <a:spcBef>
                <a:spcPct val="0"/>
              </a:spcBef>
              <a:spcAft>
                <a:spcPct val="0"/>
              </a:spcAft>
              <a:buClrTx/>
              <a:buFont typeface="Wingdings" panose="05000000000000000000" pitchFamily="2" charset="2"/>
              <a:buNone/>
            </a:pPr>
            <a:r>
              <a:rPr lang="en-US" altLang="zh-CN" sz="2400" b="1" dirty="0">
                <a:solidFill>
                  <a:schemeClr val="tx2"/>
                </a:solidFill>
                <a:latin typeface="Times New Roman" panose="02020603050405020304" pitchFamily="18" charset="0"/>
                <a:ea typeface="宋体" panose="02010600030101010101" pitchFamily="2" charset="-122"/>
              </a:rPr>
              <a:t>   C→β</a:t>
            </a:r>
            <a:r>
              <a:rPr lang="en-US" altLang="zh-CN" sz="2400" b="1" baseline="-30000" dirty="0">
                <a:solidFill>
                  <a:schemeClr val="tx2"/>
                </a:solidFill>
                <a:latin typeface="Times New Roman" panose="02020603050405020304" pitchFamily="18" charset="0"/>
                <a:ea typeface="宋体" panose="02010600030101010101" pitchFamily="2" charset="-122"/>
              </a:rPr>
              <a:t>1</a:t>
            </a:r>
            <a:r>
              <a:rPr lang="en-US" altLang="zh-CN" sz="2400" b="1" dirty="0">
                <a:solidFill>
                  <a:schemeClr val="tx2"/>
                </a:solidFill>
                <a:latin typeface="Times New Roman" panose="02020603050405020304" pitchFamily="18" charset="0"/>
                <a:ea typeface="宋体" panose="02010600030101010101" pitchFamily="2" charset="-122"/>
              </a:rPr>
              <a:t>∣β</a:t>
            </a:r>
            <a:r>
              <a:rPr lang="en-US" altLang="zh-CN" sz="2400" b="1" baseline="-30000" dirty="0">
                <a:solidFill>
                  <a:schemeClr val="tx2"/>
                </a:solidFill>
                <a:latin typeface="Times New Roman" panose="02020603050405020304" pitchFamily="18" charset="0"/>
                <a:ea typeface="宋体" panose="02010600030101010101" pitchFamily="2" charset="-122"/>
              </a:rPr>
              <a:t>2</a:t>
            </a:r>
            <a:r>
              <a:rPr lang="en-US" altLang="zh-CN" sz="2400" b="1" dirty="0">
                <a:solidFill>
                  <a:schemeClr val="tx2"/>
                </a:solidFill>
                <a:latin typeface="Times New Roman" panose="02020603050405020304" pitchFamily="18" charset="0"/>
                <a:ea typeface="宋体" panose="02010600030101010101" pitchFamily="2" charset="-122"/>
              </a:rPr>
              <a:t>∣β</a:t>
            </a:r>
            <a:r>
              <a:rPr lang="en-US" altLang="zh-CN" sz="2400" b="1" baseline="-30000" dirty="0">
                <a:solidFill>
                  <a:schemeClr val="tx2"/>
                </a:solidFill>
                <a:latin typeface="Times New Roman" panose="02020603050405020304" pitchFamily="18" charset="0"/>
                <a:ea typeface="宋体" panose="02010600030101010101" pitchFamily="2" charset="-122"/>
              </a:rPr>
              <a:t>1</a:t>
            </a:r>
            <a:r>
              <a:rPr lang="en-US" altLang="zh-CN" sz="2400" b="1" dirty="0">
                <a:solidFill>
                  <a:schemeClr val="tx2"/>
                </a:solidFill>
                <a:latin typeface="Times New Roman" panose="02020603050405020304" pitchFamily="18" charset="0"/>
                <a:ea typeface="宋体" panose="02010600030101010101" pitchFamily="2" charset="-122"/>
              </a:rPr>
              <a:t>C’∣β</a:t>
            </a:r>
            <a:r>
              <a:rPr lang="en-US" altLang="zh-CN" sz="2400" b="1" baseline="-30000" dirty="0">
                <a:solidFill>
                  <a:schemeClr val="tx2"/>
                </a:solidFill>
                <a:latin typeface="Times New Roman" panose="02020603050405020304" pitchFamily="18" charset="0"/>
                <a:ea typeface="宋体" panose="02010600030101010101" pitchFamily="2" charset="-122"/>
              </a:rPr>
              <a:t>2</a:t>
            </a:r>
            <a:r>
              <a:rPr lang="en-US" altLang="zh-CN" sz="2400" b="1" dirty="0">
                <a:solidFill>
                  <a:schemeClr val="tx2"/>
                </a:solidFill>
                <a:latin typeface="Times New Roman" panose="02020603050405020304" pitchFamily="18" charset="0"/>
                <a:ea typeface="宋体" panose="02010600030101010101" pitchFamily="2" charset="-122"/>
              </a:rPr>
              <a:t>C’</a:t>
            </a:r>
            <a:endParaRPr lang="en-US" altLang="zh-CN" sz="2400" b="1" dirty="0">
              <a:solidFill>
                <a:schemeClr val="tx2"/>
              </a:solidFill>
              <a:latin typeface="Times New Roman" panose="02020603050405020304" pitchFamily="18" charset="0"/>
              <a:ea typeface="宋体" panose="02010600030101010101" pitchFamily="2" charset="-122"/>
            </a:endParaRPr>
          </a:p>
          <a:p>
            <a:pPr lvl="1" indent="0" algn="just" rtl="0" eaLnBrk="1" fontAlgn="base" hangingPunct="1">
              <a:lnSpc>
                <a:spcPct val="120000"/>
              </a:lnSpc>
              <a:spcBef>
                <a:spcPct val="0"/>
              </a:spcBef>
              <a:spcAft>
                <a:spcPct val="0"/>
              </a:spcAft>
              <a:buClrTx/>
              <a:buFont typeface="Wingdings" panose="05000000000000000000" pitchFamily="2" charset="2"/>
              <a:buNone/>
            </a:pPr>
            <a:r>
              <a:rPr lang="en-US" altLang="zh-CN" sz="2400" b="1" dirty="0">
                <a:solidFill>
                  <a:schemeClr val="tx2"/>
                </a:solidFill>
                <a:latin typeface="Times New Roman" panose="02020603050405020304" pitchFamily="18" charset="0"/>
                <a:ea typeface="宋体" panose="02010600030101010101" pitchFamily="2" charset="-122"/>
              </a:rPr>
              <a:t>	C’→ α</a:t>
            </a:r>
            <a:r>
              <a:rPr lang="en-US" altLang="zh-CN" sz="2400" b="1" baseline="-30000" dirty="0">
                <a:solidFill>
                  <a:schemeClr val="tx2"/>
                </a:solidFill>
                <a:latin typeface="Times New Roman" panose="02020603050405020304" pitchFamily="18" charset="0"/>
                <a:ea typeface="宋体" panose="02010600030101010101" pitchFamily="2" charset="-122"/>
              </a:rPr>
              <a:t>1</a:t>
            </a:r>
            <a:r>
              <a:rPr lang="en-US" altLang="zh-CN" sz="2400" b="1" dirty="0">
                <a:solidFill>
                  <a:schemeClr val="tx2"/>
                </a:solidFill>
                <a:latin typeface="Times New Roman" panose="02020603050405020304" pitchFamily="18" charset="0"/>
                <a:ea typeface="宋体" panose="02010600030101010101" pitchFamily="2" charset="-122"/>
              </a:rPr>
              <a:t>∣α</a:t>
            </a:r>
            <a:r>
              <a:rPr lang="en-US" altLang="zh-CN" sz="2400" b="1" baseline="-30000" dirty="0">
                <a:solidFill>
                  <a:schemeClr val="tx2"/>
                </a:solidFill>
                <a:latin typeface="Times New Roman" panose="02020603050405020304" pitchFamily="18" charset="0"/>
                <a:ea typeface="宋体" panose="02010600030101010101" pitchFamily="2" charset="-122"/>
              </a:rPr>
              <a:t>1</a:t>
            </a:r>
            <a:r>
              <a:rPr lang="en-US" altLang="zh-CN" sz="2400" b="1" dirty="0">
                <a:solidFill>
                  <a:schemeClr val="tx2"/>
                </a:solidFill>
                <a:latin typeface="Times New Roman" panose="02020603050405020304" pitchFamily="18" charset="0"/>
                <a:ea typeface="宋体" panose="02010600030101010101" pitchFamily="2" charset="-122"/>
              </a:rPr>
              <a:t> C’</a:t>
            </a:r>
            <a:endParaRPr lang="en-US" altLang="zh-CN" sz="2400" b="1" dirty="0">
              <a:solidFill>
                <a:schemeClr val="tx2"/>
              </a:solidFill>
              <a:latin typeface="Times New Roman" panose="02020603050405020304" pitchFamily="18" charset="0"/>
              <a:ea typeface="宋体" panose="02010600030101010101" pitchFamily="2" charset="-122"/>
            </a:endParaRPr>
          </a:p>
          <a:p>
            <a:pPr lvl="1" indent="0" algn="just" rtl="0" eaLnBrk="1" fontAlgn="base" hangingPunct="1">
              <a:lnSpc>
                <a:spcPct val="120000"/>
              </a:lnSpc>
              <a:spcBef>
                <a:spcPct val="0"/>
              </a:spcBef>
              <a:spcAft>
                <a:spcPct val="0"/>
              </a:spcAft>
              <a:buClrTx/>
              <a:buFont typeface="Wingdings" panose="05000000000000000000" pitchFamily="2" charset="2"/>
              <a:buNone/>
            </a:pPr>
            <a:endParaRPr lang="zh-CN" altLang="en-US" sz="2400" b="1" dirty="0">
              <a:solidFill>
                <a:schemeClr val="tx2"/>
              </a:solidFill>
              <a:latin typeface="Times New Roman" panose="02020603050405020304" pitchFamily="18" charset="0"/>
              <a:ea typeface="宋体" panose="02010600030101010101" pitchFamily="2" charset="-122"/>
            </a:endParaRPr>
          </a:p>
          <a:p>
            <a:pPr lvl="1" indent="0" algn="just" rtl="0" eaLnBrk="1" fontAlgn="base" hangingPunct="1">
              <a:lnSpc>
                <a:spcPct val="120000"/>
              </a:lnSpc>
              <a:spcBef>
                <a:spcPct val="0"/>
              </a:spcBef>
              <a:spcAft>
                <a:spcPct val="0"/>
              </a:spcAft>
              <a:buClrTx/>
              <a:buFont typeface="Wingdings" panose="05000000000000000000" pitchFamily="2" charset="2"/>
              <a:buNone/>
            </a:pPr>
            <a:r>
              <a:rPr lang="zh-CN" altLang="en-US" sz="2400" b="1" dirty="0">
                <a:solidFill>
                  <a:schemeClr val="tx2"/>
                </a:solidFill>
                <a:latin typeface="Times New Roman" panose="02020603050405020304" pitchFamily="18" charset="0"/>
                <a:ea typeface="宋体" panose="02010600030101010101" pitchFamily="2" charset="-122"/>
              </a:rPr>
              <a:t>即   </a:t>
            </a:r>
            <a:r>
              <a:rPr lang="en-US" altLang="zh-CN" sz="2400" b="1" dirty="0">
                <a:solidFill>
                  <a:schemeClr val="tx2"/>
                </a:solidFill>
                <a:latin typeface="Times New Roman" panose="02020603050405020304" pitchFamily="18" charset="0"/>
                <a:ea typeface="宋体" panose="02010600030101010101" pitchFamily="2" charset="-122"/>
              </a:rPr>
              <a:t>C→bCB∣a∣bCBC’ ∣aC’     </a:t>
            </a:r>
            <a:r>
              <a:rPr lang="en-US" altLang="zh-CN" sz="2400" b="1" dirty="0">
                <a:solidFill>
                  <a:srgbClr val="FF3300"/>
                </a:solidFill>
                <a:latin typeface="Times New Roman" panose="02020603050405020304" pitchFamily="18" charset="0"/>
                <a:ea typeface="宋体" panose="02010600030101010101" pitchFamily="2" charset="-122"/>
              </a:rPr>
              <a:t>⑥</a:t>
            </a:r>
            <a:endParaRPr lang="en-US" altLang="zh-CN" sz="2400" b="1" dirty="0">
              <a:solidFill>
                <a:srgbClr val="FF3300"/>
              </a:solidFill>
              <a:latin typeface="Times New Roman" panose="02020603050405020304" pitchFamily="18" charset="0"/>
              <a:ea typeface="宋体" panose="02010600030101010101" pitchFamily="2" charset="-122"/>
            </a:endParaRPr>
          </a:p>
          <a:p>
            <a:pPr lvl="1" indent="0" algn="just" rtl="0" eaLnBrk="1" fontAlgn="base" hangingPunct="1">
              <a:lnSpc>
                <a:spcPct val="120000"/>
              </a:lnSpc>
              <a:spcBef>
                <a:spcPct val="0"/>
              </a:spcBef>
              <a:spcAft>
                <a:spcPct val="0"/>
              </a:spcAft>
              <a:buClrTx/>
              <a:buFont typeface="Wingdings" panose="05000000000000000000" pitchFamily="2" charset="2"/>
              <a:buNone/>
            </a:pPr>
            <a:r>
              <a:rPr lang="en-US" altLang="zh-CN" sz="2400" b="1" dirty="0">
                <a:solidFill>
                  <a:schemeClr val="tx2"/>
                </a:solidFill>
                <a:latin typeface="Times New Roman" panose="02020603050405020304" pitchFamily="18" charset="0"/>
                <a:ea typeface="宋体" panose="02010600030101010101" pitchFamily="2" charset="-122"/>
              </a:rPr>
              <a:t>     C’→ACB∣ACBC’             </a:t>
            </a:r>
            <a:r>
              <a:rPr lang="en-US" altLang="zh-CN" sz="2400" b="1" dirty="0">
                <a:solidFill>
                  <a:srgbClr val="FF3300"/>
                </a:solidFill>
                <a:latin typeface="Times New Roman" panose="02020603050405020304" pitchFamily="18" charset="0"/>
                <a:ea typeface="宋体" panose="02010600030101010101" pitchFamily="2" charset="-122"/>
              </a:rPr>
              <a:t>⑦</a:t>
            </a:r>
            <a:endParaRPr lang="en-US" altLang="zh-CN" sz="2400" b="1" dirty="0">
              <a:solidFill>
                <a:srgbClr val="FF3300"/>
              </a:solidFill>
              <a:latin typeface="Times New Roman" panose="02020603050405020304" pitchFamily="18" charset="0"/>
              <a:ea typeface="宋体" panose="02010600030101010101" pitchFamily="2" charset="-122"/>
            </a:endParaRPr>
          </a:p>
          <a:p>
            <a:pPr lvl="1" indent="0" algn="just" rtl="0" eaLnBrk="1" fontAlgn="base" hangingPunct="1">
              <a:lnSpc>
                <a:spcPct val="120000"/>
              </a:lnSpc>
              <a:spcBef>
                <a:spcPct val="0"/>
              </a:spcBef>
              <a:spcAft>
                <a:spcPct val="0"/>
              </a:spcAft>
              <a:buClrTx/>
              <a:buFont typeface="Wingdings" panose="05000000000000000000" pitchFamily="2" charset="2"/>
              <a:buNone/>
            </a:pPr>
            <a:endParaRPr lang="zh-CN" altLang="en-US" sz="2400" b="1" dirty="0">
              <a:solidFill>
                <a:schemeClr val="tx2"/>
              </a:solidFill>
              <a:latin typeface="Times New Roman" panose="02020603050405020304" pitchFamily="18" charset="0"/>
              <a:ea typeface="楷体_GB2312" pitchFamily="49" charset="-122"/>
            </a:endParaRPr>
          </a:p>
          <a:p>
            <a:pPr lvl="1" indent="0" algn="just" rtl="0" eaLnBrk="1" fontAlgn="base" hangingPunct="1">
              <a:lnSpc>
                <a:spcPct val="120000"/>
              </a:lnSpc>
              <a:spcBef>
                <a:spcPct val="0"/>
              </a:spcBef>
              <a:spcAft>
                <a:spcPct val="0"/>
              </a:spcAft>
              <a:buClrTx/>
              <a:buFont typeface="Wingdings" panose="05000000000000000000" pitchFamily="2" charset="2"/>
              <a:buNone/>
            </a:pPr>
            <a:endParaRPr lang="en-US" altLang="zh-CN" sz="2400" b="1" dirty="0">
              <a:solidFill>
                <a:schemeClr val="tx2"/>
              </a:solidFill>
              <a:latin typeface="Times New Roman" panose="02020603050405020304" pitchFamily="18" charset="0"/>
              <a:ea typeface="楷体_GB2312" pitchFamily="49" charset="-122"/>
            </a:endParaRPr>
          </a:p>
          <a:p>
            <a:pPr lvl="1" indent="0" algn="just" rtl="0" eaLnBrk="1" fontAlgn="base" hangingPunct="1">
              <a:lnSpc>
                <a:spcPct val="120000"/>
              </a:lnSpc>
              <a:spcBef>
                <a:spcPct val="0"/>
              </a:spcBef>
              <a:spcAft>
                <a:spcPct val="0"/>
              </a:spcAft>
              <a:buClrTx/>
              <a:buFont typeface="Wingdings" panose="05000000000000000000" pitchFamily="2" charset="2"/>
              <a:buNone/>
            </a:pPr>
            <a:endParaRPr lang="en-US" altLang="zh-CN" sz="2400" b="1" dirty="0">
              <a:solidFill>
                <a:schemeClr val="tx2"/>
              </a:solidFill>
              <a:latin typeface="Times New Roman" panose="02020603050405020304" pitchFamily="18" charset="0"/>
              <a:ea typeface="楷体_GB2312" pitchFamily="49" charset="-122"/>
            </a:endParaRPr>
          </a:p>
        </p:txBody>
      </p:sp>
    </p:spTree>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灯片编号占位符 1"/>
          <p:cNvSpPr>
            <a:spLocks noGrp="1"/>
          </p:cNvSpPr>
          <p:nvPr>
            <p:ph type="sldNum" sz="quarter" idx="10"/>
          </p:nvPr>
        </p:nvSpPr>
        <p:spPr>
          <a:ln/>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rgbClr val="009999"/>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5pPr>
          </a:lstStyle>
          <a:p>
            <a:pPr lvl="0" algn="r" eaLnBrk="1" hangingPunct="1">
              <a:buSzTx/>
            </a:pPr>
            <a:fld id="{9A0DB2DC-4C9A-4742-B13C-FB6460FD3503}" type="slidenum">
              <a:rPr lang="" altLang="en-US" sz="1200" b="1" i="1" dirty="0">
                <a:latin typeface="Arial Narrow" panose="020B0606020202030204" pitchFamily="34" charset="0"/>
              </a:rPr>
            </a:fld>
            <a:endParaRPr lang="" altLang="en-US" sz="1200" b="1" i="1" dirty="0">
              <a:latin typeface="Arial Narrow" panose="020B0606020202030204" pitchFamily="34" charset="0"/>
            </a:endParaRPr>
          </a:p>
        </p:txBody>
      </p:sp>
      <p:sp>
        <p:nvSpPr>
          <p:cNvPr id="16386" name="页脚占位符 2"/>
          <p:cNvSpPr>
            <a:spLocks noGrp="1"/>
          </p:cNvSpPr>
          <p:nvPr>
            <p:ph type="ftr" sz="quarter" idx="11"/>
          </p:nvPr>
        </p:nvSpPr>
        <p:spPr>
          <a:ln/>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rgbClr val="009999"/>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buClrTx/>
              <a:buFontTx/>
            </a:pPr>
            <a:r>
              <a:rPr lang="" altLang="zh-CN" sz="1200" b="1" i="1" dirty="0">
                <a:latin typeface="Arial Narrow" panose="020B0606020202030204" pitchFamily="34" charset="0"/>
              </a:rPr>
              <a:t>School of Computer Science, BUPT</a:t>
            </a:r>
            <a:endParaRPr lang="" altLang="en-US" sz="1200" b="1" i="1" dirty="0">
              <a:latin typeface="Arial Narrow" panose="020B0606020202030204" pitchFamily="34" charset="0"/>
            </a:endParaRPr>
          </a:p>
        </p:txBody>
      </p:sp>
      <p:sp>
        <p:nvSpPr>
          <p:cNvPr id="16387" name="Rectangle 2"/>
          <p:cNvSpPr/>
          <p:nvPr/>
        </p:nvSpPr>
        <p:spPr>
          <a:xfrm>
            <a:off x="762000" y="457200"/>
            <a:ext cx="8001000" cy="609600"/>
          </a:xfrm>
          <a:prstGeom prst="rect">
            <a:avLst/>
          </a:prstGeom>
          <a:noFill/>
          <a:ln w="9525">
            <a:noFill/>
          </a:ln>
        </p:spPr>
        <p:txBody>
          <a:bodyPr anchor="b" anchorCtr="0"/>
          <a:p>
            <a:pPr algn="ctr">
              <a:lnSpc>
                <a:spcPct val="90000"/>
              </a:lnSpc>
            </a:pPr>
            <a:r>
              <a:rPr lang="en-US" altLang="zh-CN" sz="3200" b="1" dirty="0">
                <a:solidFill>
                  <a:srgbClr val="800080"/>
                </a:solidFill>
                <a:latin typeface="Arial" panose="020B0604020202020204" pitchFamily="34" charset="0"/>
                <a:ea typeface="楷体_GB2312" pitchFamily="49" charset="-122"/>
              </a:rPr>
              <a:t>GNF </a:t>
            </a:r>
            <a:r>
              <a:rPr lang="zh-CN" altLang="en-US" sz="3200" b="1" dirty="0">
                <a:solidFill>
                  <a:srgbClr val="800080"/>
                </a:solidFill>
                <a:latin typeface="Arial" panose="020B0604020202020204" pitchFamily="34" charset="0"/>
                <a:ea typeface="楷体_GB2312" pitchFamily="49" charset="-122"/>
              </a:rPr>
              <a:t>的构成例</a:t>
            </a:r>
            <a:endParaRPr lang="zh-CN" altLang="en-US" sz="2800" b="1" dirty="0">
              <a:solidFill>
                <a:srgbClr val="800080"/>
              </a:solidFill>
              <a:latin typeface="Arial" panose="020B0604020202020204" pitchFamily="34" charset="0"/>
              <a:ea typeface="华文行楷" panose="02010800040101010101" pitchFamily="2" charset="-122"/>
              <a:sym typeface="Symbol" panose="05050102010706020507" pitchFamily="18" charset="2"/>
            </a:endParaRPr>
          </a:p>
        </p:txBody>
      </p:sp>
      <p:sp>
        <p:nvSpPr>
          <p:cNvPr id="16388" name="Rectangle 3"/>
          <p:cNvSpPr/>
          <p:nvPr/>
        </p:nvSpPr>
        <p:spPr>
          <a:xfrm>
            <a:off x="0" y="1295400"/>
            <a:ext cx="8915400" cy="5408613"/>
          </a:xfrm>
          <a:prstGeom prst="rect">
            <a:avLst/>
          </a:prstGeom>
          <a:noFill/>
          <a:ln w="9525">
            <a:noFill/>
          </a:ln>
        </p:spPr>
        <p:txBody>
          <a:bodyPr anchor="t" anchorCtr="0">
            <a:spAutoFit/>
          </a:bodyPr>
          <a:p>
            <a:pPr lvl="1" indent="0" algn="just" rtl="0" eaLnBrk="1" fontAlgn="base" hangingPunct="1">
              <a:lnSpc>
                <a:spcPct val="120000"/>
              </a:lnSpc>
              <a:spcBef>
                <a:spcPct val="0"/>
              </a:spcBef>
              <a:spcAft>
                <a:spcPct val="0"/>
              </a:spcAft>
              <a:buClrTx/>
              <a:buFont typeface="Wingdings" panose="05000000000000000000" pitchFamily="2" charset="2"/>
              <a:buNone/>
            </a:pPr>
            <a:r>
              <a:rPr lang="en-US" altLang="zh-CN" sz="2400" b="1" dirty="0">
                <a:solidFill>
                  <a:schemeClr val="tx2"/>
                </a:solidFill>
                <a:latin typeface="Times New Roman" panose="02020603050405020304" pitchFamily="18" charset="0"/>
                <a:ea typeface="宋体" panose="02010600030101010101" pitchFamily="2" charset="-122"/>
              </a:rPr>
              <a:t>⑷ </a:t>
            </a:r>
            <a:r>
              <a:rPr lang="zh-CN" altLang="en-US" sz="2400" b="1" dirty="0">
                <a:solidFill>
                  <a:schemeClr val="tx2"/>
                </a:solidFill>
                <a:latin typeface="Times New Roman" panose="02020603050405020304" pitchFamily="18" charset="0"/>
                <a:ea typeface="楷体_GB2312" pitchFamily="49" charset="-122"/>
              </a:rPr>
              <a:t>回代</a:t>
            </a:r>
            <a:endParaRPr lang="zh-CN" altLang="en-US" sz="2400" b="1" dirty="0">
              <a:solidFill>
                <a:schemeClr val="tx2"/>
              </a:solidFill>
              <a:latin typeface="Times New Roman" panose="02020603050405020304" pitchFamily="18" charset="0"/>
              <a:ea typeface="楷体_GB2312" pitchFamily="49" charset="-122"/>
            </a:endParaRPr>
          </a:p>
          <a:p>
            <a:pPr lvl="1" indent="0" algn="just" rtl="0" eaLnBrk="1" fontAlgn="base" hangingPunct="1">
              <a:lnSpc>
                <a:spcPct val="120000"/>
              </a:lnSpc>
              <a:spcBef>
                <a:spcPct val="0"/>
              </a:spcBef>
              <a:spcAft>
                <a:spcPct val="0"/>
              </a:spcAft>
              <a:buClrTx/>
              <a:buFont typeface="Wingdings" panose="05000000000000000000" pitchFamily="2" charset="2"/>
              <a:buNone/>
            </a:pPr>
            <a:r>
              <a:rPr lang="zh-CN" altLang="en-US" sz="2400" b="1" dirty="0">
                <a:solidFill>
                  <a:schemeClr val="tx2"/>
                </a:solidFill>
                <a:latin typeface="Times New Roman" panose="02020603050405020304" pitchFamily="18" charset="0"/>
                <a:ea typeface="楷体_GB2312" pitchFamily="49" charset="-122"/>
              </a:rPr>
              <a:t>将</a:t>
            </a:r>
            <a:r>
              <a:rPr lang="en-US" altLang="zh-CN" sz="2400" b="1" dirty="0">
                <a:solidFill>
                  <a:schemeClr val="tx2"/>
                </a:solidFill>
                <a:latin typeface="Times New Roman" panose="02020603050405020304" pitchFamily="18" charset="0"/>
                <a:ea typeface="楷体_GB2312" pitchFamily="49" charset="-122"/>
              </a:rPr>
              <a:t>C</a:t>
            </a:r>
            <a:r>
              <a:rPr lang="zh-CN" altLang="en-US" sz="2400" b="1" dirty="0">
                <a:solidFill>
                  <a:schemeClr val="tx2"/>
                </a:solidFill>
                <a:latin typeface="Times New Roman" panose="02020603050405020304" pitchFamily="18" charset="0"/>
                <a:ea typeface="楷体_GB2312" pitchFamily="49" charset="-122"/>
              </a:rPr>
              <a:t>的生成式⑥回代入</a:t>
            </a:r>
            <a:r>
              <a:rPr lang="en-US" altLang="zh-CN" sz="2400" b="1" dirty="0">
                <a:solidFill>
                  <a:schemeClr val="tx2"/>
                </a:solidFill>
                <a:latin typeface="Times New Roman" panose="02020603050405020304" pitchFamily="18" charset="0"/>
                <a:ea typeface="楷体_GB2312" pitchFamily="49" charset="-122"/>
              </a:rPr>
              <a:t>B</a:t>
            </a:r>
            <a:r>
              <a:rPr lang="zh-CN" altLang="en-US" sz="2400" b="1" dirty="0">
                <a:solidFill>
                  <a:schemeClr val="tx2"/>
                </a:solidFill>
                <a:latin typeface="Times New Roman" panose="02020603050405020304" pitchFamily="18" charset="0"/>
                <a:ea typeface="楷体_GB2312" pitchFamily="49" charset="-122"/>
              </a:rPr>
              <a:t>的生成式②</a:t>
            </a:r>
            <a:endParaRPr lang="zh-CN" altLang="en-US" sz="2400" b="1" dirty="0">
              <a:solidFill>
                <a:schemeClr val="tx2"/>
              </a:solidFill>
              <a:latin typeface="Times New Roman" panose="02020603050405020304" pitchFamily="18" charset="0"/>
              <a:ea typeface="楷体_GB2312" pitchFamily="49" charset="-122"/>
            </a:endParaRPr>
          </a:p>
          <a:p>
            <a:pPr lvl="1" indent="0" algn="just" rtl="0" eaLnBrk="1" fontAlgn="base" hangingPunct="1">
              <a:lnSpc>
                <a:spcPct val="120000"/>
              </a:lnSpc>
              <a:spcBef>
                <a:spcPct val="0"/>
              </a:spcBef>
              <a:spcAft>
                <a:spcPct val="0"/>
              </a:spcAft>
              <a:buClrTx/>
              <a:buFont typeface="Wingdings" panose="05000000000000000000" pitchFamily="2" charset="2"/>
              <a:buNone/>
            </a:pPr>
            <a:r>
              <a:rPr lang="zh-CN" altLang="en-US" sz="2400" b="1" dirty="0">
                <a:solidFill>
                  <a:schemeClr val="tx2"/>
                </a:solidFill>
                <a:latin typeface="Times New Roman" panose="02020603050405020304" pitchFamily="18" charset="0"/>
                <a:ea typeface="宋体" panose="02010600030101010101" pitchFamily="2" charset="-122"/>
              </a:rPr>
              <a:t> </a:t>
            </a:r>
            <a:r>
              <a:rPr lang="en-US" altLang="zh-CN" sz="2400" b="1" dirty="0">
                <a:solidFill>
                  <a:schemeClr val="tx2"/>
                </a:solidFill>
                <a:latin typeface="Times New Roman" panose="02020603050405020304" pitchFamily="18" charset="0"/>
                <a:ea typeface="宋体" panose="02010600030101010101" pitchFamily="2" charset="-122"/>
              </a:rPr>
              <a:t>B→</a:t>
            </a:r>
            <a:r>
              <a:rPr lang="en-US" altLang="zh-CN" sz="2400" b="1" u="sng" dirty="0">
                <a:solidFill>
                  <a:schemeClr val="tx2"/>
                </a:solidFill>
                <a:latin typeface="Times New Roman" panose="02020603050405020304" pitchFamily="18" charset="0"/>
                <a:ea typeface="宋体" panose="02010600030101010101" pitchFamily="2" charset="-122"/>
              </a:rPr>
              <a:t>C</a:t>
            </a:r>
            <a:r>
              <a:rPr lang="en-US" altLang="zh-CN" sz="2400" b="1" dirty="0">
                <a:solidFill>
                  <a:schemeClr val="tx2"/>
                </a:solidFill>
                <a:latin typeface="Times New Roman" panose="02020603050405020304" pitchFamily="18" charset="0"/>
                <a:ea typeface="宋体" panose="02010600030101010101" pitchFamily="2" charset="-122"/>
              </a:rPr>
              <a:t>A∣b   </a:t>
            </a:r>
            <a:r>
              <a:rPr lang="zh-CN" altLang="en-US" sz="2400" b="1" dirty="0">
                <a:solidFill>
                  <a:schemeClr val="tx2"/>
                </a:solidFill>
                <a:latin typeface="Times New Roman" panose="02020603050405020304" pitchFamily="18" charset="0"/>
                <a:ea typeface="宋体" panose="02010600030101010101" pitchFamily="2" charset="-122"/>
              </a:rPr>
              <a:t>被变换为</a:t>
            </a:r>
            <a:endParaRPr lang="zh-CN" altLang="en-US" sz="2400" b="1" dirty="0">
              <a:solidFill>
                <a:schemeClr val="tx2"/>
              </a:solidFill>
              <a:latin typeface="Times New Roman" panose="02020603050405020304" pitchFamily="18" charset="0"/>
              <a:ea typeface="宋体" panose="02010600030101010101" pitchFamily="2" charset="-122"/>
            </a:endParaRPr>
          </a:p>
          <a:p>
            <a:pPr lvl="1" indent="0" algn="just" rtl="0" eaLnBrk="1" fontAlgn="base" hangingPunct="1">
              <a:lnSpc>
                <a:spcPct val="120000"/>
              </a:lnSpc>
              <a:spcBef>
                <a:spcPct val="0"/>
              </a:spcBef>
              <a:spcAft>
                <a:spcPct val="0"/>
              </a:spcAft>
              <a:buClrTx/>
              <a:buFont typeface="Wingdings" panose="05000000000000000000" pitchFamily="2" charset="2"/>
              <a:buNone/>
            </a:pPr>
            <a:r>
              <a:rPr lang="zh-CN" altLang="en-US" sz="2400" b="1" dirty="0">
                <a:solidFill>
                  <a:schemeClr val="tx2"/>
                </a:solidFill>
                <a:latin typeface="Times New Roman" panose="02020603050405020304" pitchFamily="18" charset="0"/>
                <a:ea typeface="宋体" panose="02010600030101010101" pitchFamily="2" charset="-122"/>
              </a:rPr>
              <a:t>  </a:t>
            </a:r>
            <a:r>
              <a:rPr lang="en-US" altLang="zh-CN" sz="2400" b="1" dirty="0">
                <a:solidFill>
                  <a:schemeClr val="tx2"/>
                </a:solidFill>
                <a:latin typeface="Times New Roman" panose="02020603050405020304" pitchFamily="18" charset="0"/>
                <a:ea typeface="宋体" panose="02010600030101010101" pitchFamily="2" charset="-122"/>
              </a:rPr>
              <a:t>B→bCBA∣aA∣bCBC’A∣aC’A∣b    </a:t>
            </a:r>
            <a:r>
              <a:rPr lang="en-US" altLang="zh-CN" sz="2400" b="1" dirty="0">
                <a:solidFill>
                  <a:srgbClr val="FF3300"/>
                </a:solidFill>
                <a:latin typeface="Times New Roman" panose="02020603050405020304" pitchFamily="18" charset="0"/>
                <a:ea typeface="宋体" panose="02010600030101010101" pitchFamily="2" charset="-122"/>
              </a:rPr>
              <a:t>⑧</a:t>
            </a:r>
            <a:endParaRPr lang="en-US" altLang="zh-CN" sz="2400" b="1" dirty="0">
              <a:solidFill>
                <a:srgbClr val="FF3300"/>
              </a:solidFill>
              <a:latin typeface="Times New Roman" panose="02020603050405020304" pitchFamily="18" charset="0"/>
              <a:ea typeface="宋体" panose="02010600030101010101" pitchFamily="2" charset="-122"/>
            </a:endParaRPr>
          </a:p>
          <a:p>
            <a:pPr lvl="1" indent="0" algn="just" rtl="0" eaLnBrk="1" fontAlgn="base" hangingPunct="1">
              <a:lnSpc>
                <a:spcPct val="120000"/>
              </a:lnSpc>
              <a:spcBef>
                <a:spcPct val="0"/>
              </a:spcBef>
              <a:spcAft>
                <a:spcPct val="0"/>
              </a:spcAft>
              <a:buClrTx/>
              <a:buFont typeface="Wingdings" panose="05000000000000000000" pitchFamily="2" charset="2"/>
              <a:buNone/>
            </a:pPr>
            <a:r>
              <a:rPr lang="zh-CN" altLang="en-US" sz="2400" b="1" dirty="0">
                <a:solidFill>
                  <a:schemeClr val="tx2"/>
                </a:solidFill>
                <a:latin typeface="Times New Roman" panose="02020603050405020304" pitchFamily="18" charset="0"/>
                <a:ea typeface="宋体" panose="02010600030101010101" pitchFamily="2" charset="-122"/>
              </a:rPr>
              <a:t>将新的</a:t>
            </a:r>
            <a:r>
              <a:rPr lang="en-US" altLang="zh-CN" sz="2400" b="1" dirty="0">
                <a:solidFill>
                  <a:schemeClr val="tx2"/>
                </a:solidFill>
                <a:latin typeface="Times New Roman" panose="02020603050405020304" pitchFamily="18" charset="0"/>
                <a:ea typeface="宋体" panose="02010600030101010101" pitchFamily="2" charset="-122"/>
              </a:rPr>
              <a:t>B</a:t>
            </a:r>
            <a:r>
              <a:rPr lang="zh-CN" altLang="en-US" sz="2400" b="1" dirty="0">
                <a:solidFill>
                  <a:schemeClr val="tx2"/>
                </a:solidFill>
                <a:latin typeface="Times New Roman" panose="02020603050405020304" pitchFamily="18" charset="0"/>
                <a:ea typeface="宋体" panose="02010600030101010101" pitchFamily="2" charset="-122"/>
              </a:rPr>
              <a:t>生成式⑧回代入</a:t>
            </a:r>
            <a:r>
              <a:rPr lang="en-US" altLang="zh-CN" sz="2400" b="1" dirty="0">
                <a:solidFill>
                  <a:schemeClr val="tx2"/>
                </a:solidFill>
                <a:latin typeface="Times New Roman" panose="02020603050405020304" pitchFamily="18" charset="0"/>
                <a:ea typeface="宋体" panose="02010600030101010101" pitchFamily="2" charset="-122"/>
              </a:rPr>
              <a:t>A</a:t>
            </a:r>
            <a:r>
              <a:rPr lang="zh-CN" altLang="en-US" sz="2400" b="1" dirty="0">
                <a:solidFill>
                  <a:schemeClr val="tx2"/>
                </a:solidFill>
                <a:latin typeface="Times New Roman" panose="02020603050405020304" pitchFamily="18" charset="0"/>
                <a:ea typeface="宋体" panose="02010600030101010101" pitchFamily="2" charset="-122"/>
              </a:rPr>
              <a:t>的生成式①</a:t>
            </a:r>
            <a:endParaRPr lang="zh-CN" altLang="en-US" sz="2400" b="1" dirty="0">
              <a:solidFill>
                <a:schemeClr val="tx2"/>
              </a:solidFill>
              <a:latin typeface="Times New Roman" panose="02020603050405020304" pitchFamily="18" charset="0"/>
              <a:ea typeface="宋体" panose="02010600030101010101" pitchFamily="2" charset="-122"/>
            </a:endParaRPr>
          </a:p>
          <a:p>
            <a:pPr lvl="1" indent="0" algn="just" rtl="0" eaLnBrk="1" fontAlgn="base" hangingPunct="1">
              <a:lnSpc>
                <a:spcPct val="120000"/>
              </a:lnSpc>
              <a:spcBef>
                <a:spcPct val="0"/>
              </a:spcBef>
              <a:spcAft>
                <a:spcPct val="0"/>
              </a:spcAft>
              <a:buClrTx/>
              <a:buFont typeface="Wingdings" panose="05000000000000000000" pitchFamily="2" charset="2"/>
              <a:buNone/>
            </a:pPr>
            <a:r>
              <a:rPr lang="zh-CN" altLang="en-US" sz="2400" b="1" dirty="0">
                <a:solidFill>
                  <a:schemeClr val="tx2"/>
                </a:solidFill>
                <a:latin typeface="Times New Roman" panose="02020603050405020304" pitchFamily="18" charset="0"/>
                <a:ea typeface="宋体" panose="02010600030101010101" pitchFamily="2" charset="-122"/>
              </a:rPr>
              <a:t>   </a:t>
            </a:r>
            <a:r>
              <a:rPr lang="en-US" altLang="zh-CN" sz="2400" b="1" dirty="0">
                <a:solidFill>
                  <a:schemeClr val="tx2"/>
                </a:solidFill>
                <a:latin typeface="Times New Roman" panose="02020603050405020304" pitchFamily="18" charset="0"/>
                <a:ea typeface="宋体" panose="02010600030101010101" pitchFamily="2" charset="-122"/>
              </a:rPr>
              <a:t>A→</a:t>
            </a:r>
            <a:r>
              <a:rPr lang="en-US" altLang="zh-CN" sz="2400" b="1" u="sng" dirty="0">
                <a:solidFill>
                  <a:schemeClr val="tx2"/>
                </a:solidFill>
                <a:latin typeface="Times New Roman" panose="02020603050405020304" pitchFamily="18" charset="0"/>
                <a:ea typeface="宋体" panose="02010600030101010101" pitchFamily="2" charset="-122"/>
              </a:rPr>
              <a:t>B</a:t>
            </a:r>
            <a:r>
              <a:rPr lang="en-US" altLang="zh-CN" sz="2400" b="1" dirty="0">
                <a:solidFill>
                  <a:schemeClr val="tx2"/>
                </a:solidFill>
                <a:latin typeface="Times New Roman" panose="02020603050405020304" pitchFamily="18" charset="0"/>
                <a:ea typeface="宋体" panose="02010600030101010101" pitchFamily="2" charset="-122"/>
              </a:rPr>
              <a:t>C      </a:t>
            </a:r>
            <a:r>
              <a:rPr lang="zh-CN" altLang="en-US" sz="2400" b="1" dirty="0">
                <a:solidFill>
                  <a:schemeClr val="tx2"/>
                </a:solidFill>
                <a:latin typeface="Times New Roman" panose="02020603050405020304" pitchFamily="18" charset="0"/>
                <a:ea typeface="宋体" panose="02010600030101010101" pitchFamily="2" charset="-122"/>
              </a:rPr>
              <a:t>被变换为</a:t>
            </a:r>
            <a:endParaRPr lang="zh-CN" altLang="en-US" sz="2400" b="1" dirty="0">
              <a:solidFill>
                <a:schemeClr val="tx2"/>
              </a:solidFill>
              <a:latin typeface="Times New Roman" panose="02020603050405020304" pitchFamily="18" charset="0"/>
              <a:ea typeface="宋体" panose="02010600030101010101" pitchFamily="2" charset="-122"/>
            </a:endParaRPr>
          </a:p>
          <a:p>
            <a:pPr lvl="1" indent="0" algn="just" rtl="0" eaLnBrk="1" fontAlgn="base" hangingPunct="1">
              <a:lnSpc>
                <a:spcPct val="120000"/>
              </a:lnSpc>
              <a:spcBef>
                <a:spcPct val="0"/>
              </a:spcBef>
              <a:spcAft>
                <a:spcPct val="0"/>
              </a:spcAft>
              <a:buClrTx/>
              <a:buFont typeface="Wingdings" panose="05000000000000000000" pitchFamily="2" charset="2"/>
              <a:buNone/>
            </a:pPr>
            <a:r>
              <a:rPr lang="zh-CN" altLang="en-US" sz="2400" b="1" dirty="0">
                <a:solidFill>
                  <a:schemeClr val="tx2"/>
                </a:solidFill>
                <a:latin typeface="Times New Roman" panose="02020603050405020304" pitchFamily="18" charset="0"/>
                <a:ea typeface="宋体" panose="02010600030101010101" pitchFamily="2" charset="-122"/>
              </a:rPr>
              <a:t>   </a:t>
            </a:r>
            <a:r>
              <a:rPr lang="en-US" altLang="zh-CN" sz="2400" b="1" dirty="0">
                <a:solidFill>
                  <a:schemeClr val="tx2"/>
                </a:solidFill>
                <a:latin typeface="Times New Roman" panose="02020603050405020304" pitchFamily="18" charset="0"/>
                <a:ea typeface="宋体" panose="02010600030101010101" pitchFamily="2" charset="-122"/>
              </a:rPr>
              <a:t>A→bCBAC∣aAC∣bCBC’AC∣aC’AC∣bC   </a:t>
            </a:r>
            <a:r>
              <a:rPr lang="en-US" altLang="zh-CN" sz="2400" b="1" dirty="0">
                <a:solidFill>
                  <a:srgbClr val="FF3300"/>
                </a:solidFill>
                <a:latin typeface="Times New Roman" panose="02020603050405020304" pitchFamily="18" charset="0"/>
                <a:ea typeface="宋体" panose="02010600030101010101" pitchFamily="2" charset="-122"/>
              </a:rPr>
              <a:t>⑨</a:t>
            </a:r>
            <a:endParaRPr lang="en-US" altLang="zh-CN" sz="2400" b="1" dirty="0">
              <a:solidFill>
                <a:srgbClr val="FF3300"/>
              </a:solidFill>
              <a:latin typeface="Times New Roman" panose="02020603050405020304" pitchFamily="18" charset="0"/>
              <a:ea typeface="宋体" panose="02010600030101010101" pitchFamily="2" charset="-122"/>
            </a:endParaRPr>
          </a:p>
          <a:p>
            <a:pPr lvl="1" indent="0" algn="just" rtl="0" eaLnBrk="1" fontAlgn="base" hangingPunct="1">
              <a:lnSpc>
                <a:spcPct val="120000"/>
              </a:lnSpc>
              <a:spcBef>
                <a:spcPct val="0"/>
              </a:spcBef>
              <a:spcAft>
                <a:spcPct val="0"/>
              </a:spcAft>
              <a:buClrTx/>
              <a:buFont typeface="Wingdings" panose="05000000000000000000" pitchFamily="2" charset="2"/>
              <a:buNone/>
            </a:pPr>
            <a:r>
              <a:rPr lang="zh-CN" altLang="en-US" sz="2400" b="1" dirty="0">
                <a:solidFill>
                  <a:schemeClr val="tx2"/>
                </a:solidFill>
                <a:latin typeface="Times New Roman" panose="02020603050405020304" pitchFamily="18" charset="0"/>
                <a:ea typeface="宋体" panose="02010600030101010101" pitchFamily="2" charset="-122"/>
              </a:rPr>
              <a:t>再将新的</a:t>
            </a:r>
            <a:r>
              <a:rPr lang="en-US" altLang="zh-CN" sz="2400" b="1" dirty="0">
                <a:solidFill>
                  <a:schemeClr val="tx2"/>
                </a:solidFill>
                <a:latin typeface="Times New Roman" panose="02020603050405020304" pitchFamily="18" charset="0"/>
                <a:ea typeface="宋体" panose="02010600030101010101" pitchFamily="2" charset="-122"/>
              </a:rPr>
              <a:t>A</a:t>
            </a:r>
            <a:r>
              <a:rPr lang="zh-CN" altLang="en-US" sz="2400" b="1" dirty="0">
                <a:solidFill>
                  <a:schemeClr val="tx2"/>
                </a:solidFill>
                <a:latin typeface="Times New Roman" panose="02020603050405020304" pitchFamily="18" charset="0"/>
                <a:ea typeface="宋体" panose="02010600030101010101" pitchFamily="2" charset="-122"/>
              </a:rPr>
              <a:t>生成式⑨代入新引入的</a:t>
            </a:r>
            <a:r>
              <a:rPr lang="en-US" altLang="zh-CN" sz="2400" b="1" dirty="0">
                <a:solidFill>
                  <a:schemeClr val="tx2"/>
                </a:solidFill>
                <a:latin typeface="Times New Roman" panose="02020603050405020304" pitchFamily="18" charset="0"/>
                <a:ea typeface="宋体" panose="02010600030101010101" pitchFamily="2" charset="-122"/>
              </a:rPr>
              <a:t>C’</a:t>
            </a:r>
            <a:r>
              <a:rPr lang="zh-CN" altLang="en-US" sz="2400" b="1" dirty="0">
                <a:solidFill>
                  <a:schemeClr val="tx2"/>
                </a:solidFill>
                <a:latin typeface="Times New Roman" panose="02020603050405020304" pitchFamily="18" charset="0"/>
                <a:ea typeface="宋体" panose="02010600030101010101" pitchFamily="2" charset="-122"/>
              </a:rPr>
              <a:t>生成式⑦</a:t>
            </a:r>
            <a:endParaRPr lang="zh-CN" altLang="en-US" sz="2400" b="1" dirty="0">
              <a:solidFill>
                <a:schemeClr val="tx2"/>
              </a:solidFill>
              <a:latin typeface="Times New Roman" panose="02020603050405020304" pitchFamily="18" charset="0"/>
              <a:ea typeface="宋体" panose="02010600030101010101" pitchFamily="2" charset="-122"/>
            </a:endParaRPr>
          </a:p>
          <a:p>
            <a:pPr lvl="1" indent="0" algn="just" rtl="0" eaLnBrk="1" fontAlgn="base" hangingPunct="1">
              <a:lnSpc>
                <a:spcPct val="120000"/>
              </a:lnSpc>
              <a:spcBef>
                <a:spcPct val="0"/>
              </a:spcBef>
              <a:spcAft>
                <a:spcPct val="0"/>
              </a:spcAft>
              <a:buClrTx/>
              <a:buFont typeface="Wingdings" panose="05000000000000000000" pitchFamily="2" charset="2"/>
              <a:buNone/>
            </a:pPr>
            <a:r>
              <a:rPr lang="zh-CN" altLang="en-US" sz="2400" b="1" dirty="0">
                <a:solidFill>
                  <a:schemeClr val="tx2"/>
                </a:solidFill>
                <a:latin typeface="Times New Roman" panose="02020603050405020304" pitchFamily="18" charset="0"/>
                <a:ea typeface="宋体" panose="02010600030101010101" pitchFamily="2" charset="-122"/>
              </a:rPr>
              <a:t>   </a:t>
            </a:r>
            <a:r>
              <a:rPr lang="en-US" altLang="zh-CN" sz="2400" b="1" dirty="0">
                <a:solidFill>
                  <a:schemeClr val="tx2"/>
                </a:solidFill>
                <a:latin typeface="Times New Roman" panose="02020603050405020304" pitchFamily="18" charset="0"/>
                <a:ea typeface="宋体" panose="02010600030101010101" pitchFamily="2" charset="-122"/>
              </a:rPr>
              <a:t>C’→</a:t>
            </a:r>
            <a:r>
              <a:rPr lang="en-US" altLang="zh-CN" sz="2400" b="1" u="sng" dirty="0">
                <a:solidFill>
                  <a:schemeClr val="tx2"/>
                </a:solidFill>
                <a:latin typeface="Times New Roman" panose="02020603050405020304" pitchFamily="18" charset="0"/>
                <a:ea typeface="宋体" panose="02010600030101010101" pitchFamily="2" charset="-122"/>
              </a:rPr>
              <a:t>A</a:t>
            </a:r>
            <a:r>
              <a:rPr lang="en-US" altLang="zh-CN" sz="2400" b="1" dirty="0">
                <a:solidFill>
                  <a:schemeClr val="tx2"/>
                </a:solidFill>
                <a:latin typeface="Times New Roman" panose="02020603050405020304" pitchFamily="18" charset="0"/>
                <a:ea typeface="宋体" panose="02010600030101010101" pitchFamily="2" charset="-122"/>
              </a:rPr>
              <a:t>CB∣</a:t>
            </a:r>
            <a:r>
              <a:rPr lang="en-US" altLang="zh-CN" sz="2400" b="1" u="sng" dirty="0">
                <a:solidFill>
                  <a:schemeClr val="tx2"/>
                </a:solidFill>
                <a:latin typeface="Times New Roman" panose="02020603050405020304" pitchFamily="18" charset="0"/>
                <a:ea typeface="宋体" panose="02010600030101010101" pitchFamily="2" charset="-122"/>
              </a:rPr>
              <a:t>A</a:t>
            </a:r>
            <a:r>
              <a:rPr lang="en-US" altLang="zh-CN" sz="2400" b="1" dirty="0">
                <a:solidFill>
                  <a:schemeClr val="tx2"/>
                </a:solidFill>
                <a:latin typeface="Times New Roman" panose="02020603050405020304" pitchFamily="18" charset="0"/>
                <a:ea typeface="宋体" panose="02010600030101010101" pitchFamily="2" charset="-122"/>
              </a:rPr>
              <a:t>CBC’  </a:t>
            </a:r>
            <a:r>
              <a:rPr lang="zh-CN" altLang="en-US" sz="2400" b="1" dirty="0">
                <a:solidFill>
                  <a:schemeClr val="tx2"/>
                </a:solidFill>
                <a:latin typeface="Times New Roman" panose="02020603050405020304" pitchFamily="18" charset="0"/>
                <a:ea typeface="宋体" panose="02010600030101010101" pitchFamily="2" charset="-122"/>
              </a:rPr>
              <a:t>被变换为</a:t>
            </a:r>
            <a:endParaRPr lang="zh-CN" altLang="en-US" sz="2400" b="1" dirty="0">
              <a:solidFill>
                <a:schemeClr val="tx2"/>
              </a:solidFill>
              <a:latin typeface="Times New Roman" panose="02020603050405020304" pitchFamily="18" charset="0"/>
              <a:ea typeface="宋体" panose="02010600030101010101" pitchFamily="2" charset="-122"/>
            </a:endParaRPr>
          </a:p>
          <a:p>
            <a:pPr lvl="1" indent="0" algn="just" rtl="0" eaLnBrk="1" fontAlgn="base" hangingPunct="1">
              <a:lnSpc>
                <a:spcPct val="120000"/>
              </a:lnSpc>
              <a:spcBef>
                <a:spcPct val="0"/>
              </a:spcBef>
              <a:spcAft>
                <a:spcPct val="0"/>
              </a:spcAft>
              <a:buClrTx/>
              <a:buFont typeface="Wingdings" panose="05000000000000000000" pitchFamily="2" charset="2"/>
              <a:buNone/>
            </a:pPr>
            <a:r>
              <a:rPr lang="en-US" altLang="zh-CN" sz="2400" b="1" dirty="0">
                <a:solidFill>
                  <a:schemeClr val="tx2"/>
                </a:solidFill>
                <a:latin typeface="Times New Roman" panose="02020603050405020304" pitchFamily="18" charset="0"/>
                <a:ea typeface="宋体" panose="02010600030101010101" pitchFamily="2" charset="-122"/>
              </a:rPr>
              <a:t>	 …  …    （</a:t>
            </a:r>
            <a:r>
              <a:rPr lang="zh-CN" altLang="en-US" sz="2400" b="1" dirty="0">
                <a:solidFill>
                  <a:schemeClr val="tx2"/>
                </a:solidFill>
                <a:latin typeface="Times New Roman" panose="02020603050405020304" pitchFamily="18" charset="0"/>
                <a:ea typeface="宋体" panose="02010600030101010101" pitchFamily="2" charset="-122"/>
              </a:rPr>
              <a:t>略）</a:t>
            </a:r>
            <a:endParaRPr lang="zh-CN" altLang="en-US" sz="2400" b="1" dirty="0">
              <a:solidFill>
                <a:schemeClr val="tx2"/>
              </a:solidFill>
              <a:latin typeface="Times New Roman" panose="02020603050405020304" pitchFamily="18" charset="0"/>
              <a:ea typeface="宋体" panose="02010600030101010101" pitchFamily="2" charset="-122"/>
            </a:endParaRPr>
          </a:p>
          <a:p>
            <a:pPr lvl="1" indent="0" algn="just" rtl="0" eaLnBrk="1" fontAlgn="base" hangingPunct="1">
              <a:lnSpc>
                <a:spcPct val="120000"/>
              </a:lnSpc>
              <a:spcBef>
                <a:spcPct val="0"/>
              </a:spcBef>
              <a:spcAft>
                <a:spcPct val="0"/>
              </a:spcAft>
              <a:buClrTx/>
              <a:buFont typeface="Wingdings" panose="05000000000000000000" pitchFamily="2" charset="2"/>
              <a:buNone/>
            </a:pPr>
            <a:r>
              <a:rPr lang="zh-CN" altLang="en-US" sz="2400" b="1" dirty="0">
                <a:solidFill>
                  <a:schemeClr val="tx2"/>
                </a:solidFill>
                <a:latin typeface="Times New Roman" panose="02020603050405020304" pitchFamily="18" charset="0"/>
                <a:ea typeface="宋体" panose="02010600030101010101" pitchFamily="2" charset="-122"/>
              </a:rPr>
              <a:t>注意：新引入的</a:t>
            </a:r>
            <a:r>
              <a:rPr lang="en-US" altLang="zh-CN" sz="2400" b="1" dirty="0">
                <a:solidFill>
                  <a:schemeClr val="tx2"/>
                </a:solidFill>
                <a:latin typeface="Times New Roman" panose="02020603050405020304" pitchFamily="18" charset="0"/>
                <a:ea typeface="宋体" panose="02010600030101010101" pitchFamily="2" charset="-122"/>
              </a:rPr>
              <a:t>A</a:t>
            </a:r>
            <a:r>
              <a:rPr lang="en-US" altLang="zh-CN" sz="2400" b="1" baseline="-30000" dirty="0">
                <a:solidFill>
                  <a:schemeClr val="tx2"/>
                </a:solidFill>
                <a:latin typeface="Times New Roman" panose="02020603050405020304" pitchFamily="18" charset="0"/>
                <a:ea typeface="宋体" panose="02010600030101010101" pitchFamily="2" charset="-122"/>
              </a:rPr>
              <a:t>i</a:t>
            </a:r>
            <a:r>
              <a:rPr lang="en-US" altLang="zh-CN" sz="2400" b="1" dirty="0">
                <a:solidFill>
                  <a:schemeClr val="tx2"/>
                </a:solidFill>
                <a:latin typeface="Times New Roman" panose="02020603050405020304" pitchFamily="18" charset="0"/>
                <a:ea typeface="宋体" panose="02010600030101010101" pitchFamily="2" charset="-122"/>
              </a:rPr>
              <a:t>’</a:t>
            </a:r>
            <a:r>
              <a:rPr lang="zh-CN" altLang="en-US" sz="2400" b="1" dirty="0">
                <a:solidFill>
                  <a:schemeClr val="tx2"/>
                </a:solidFill>
                <a:latin typeface="Times New Roman" panose="02020603050405020304" pitchFamily="18" charset="0"/>
                <a:ea typeface="宋体" panose="02010600030101010101" pitchFamily="2" charset="-122"/>
              </a:rPr>
              <a:t>相当于排在最低位。</a:t>
            </a:r>
            <a:r>
              <a:rPr lang="zh-CN" altLang="en-US" sz="2400" b="1" dirty="0">
                <a:solidFill>
                  <a:schemeClr val="tx2"/>
                </a:solidFill>
                <a:latin typeface="Times New Roman" panose="02020603050405020304" pitchFamily="18" charset="0"/>
                <a:ea typeface="楷体_GB2312" pitchFamily="49" charset="-122"/>
              </a:rPr>
              <a:t> </a:t>
            </a:r>
            <a:endParaRPr lang="en-US" altLang="zh-CN" sz="2400" b="1" dirty="0">
              <a:solidFill>
                <a:schemeClr val="tx2"/>
              </a:solidFill>
              <a:latin typeface="Times New Roman" panose="02020603050405020304" pitchFamily="18" charset="0"/>
              <a:ea typeface="楷体_GB2312" pitchFamily="49" charset="-122"/>
            </a:endParaRPr>
          </a:p>
          <a:p>
            <a:pPr lvl="1" indent="0" algn="just" rtl="0" eaLnBrk="1" fontAlgn="base" hangingPunct="1">
              <a:lnSpc>
                <a:spcPct val="120000"/>
              </a:lnSpc>
              <a:spcBef>
                <a:spcPct val="0"/>
              </a:spcBef>
              <a:spcAft>
                <a:spcPct val="0"/>
              </a:spcAft>
              <a:buClrTx/>
              <a:buFont typeface="Wingdings" panose="05000000000000000000" pitchFamily="2" charset="2"/>
              <a:buNone/>
            </a:pPr>
            <a:endParaRPr lang="en-US" altLang="zh-CN" sz="2400" b="1" dirty="0">
              <a:solidFill>
                <a:schemeClr val="tx2"/>
              </a:solidFill>
              <a:latin typeface="Times New Roman" panose="02020603050405020304" pitchFamily="18" charset="0"/>
              <a:ea typeface="楷体_GB2312" pitchFamily="49" charset="-122"/>
            </a:endParaRPr>
          </a:p>
        </p:txBody>
      </p:sp>
    </p:spTree>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灯片编号占位符 1"/>
          <p:cNvSpPr>
            <a:spLocks noGrp="1"/>
          </p:cNvSpPr>
          <p:nvPr>
            <p:ph type="sldNum" sz="quarter" idx="10"/>
          </p:nvPr>
        </p:nvSpPr>
        <p:spPr>
          <a:ln/>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rgbClr val="009999"/>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5pPr>
          </a:lstStyle>
          <a:p>
            <a:pPr lvl="0" algn="r" eaLnBrk="1" hangingPunct="1">
              <a:buSzTx/>
            </a:pPr>
            <a:fld id="{9A0DB2DC-4C9A-4742-B13C-FB6460FD3503}" type="slidenum">
              <a:rPr lang="" altLang="en-US" sz="1200" b="1" i="1" dirty="0">
                <a:latin typeface="Arial Narrow" panose="020B0606020202030204" pitchFamily="34" charset="0"/>
              </a:rPr>
            </a:fld>
            <a:endParaRPr lang="" altLang="en-US" sz="1200" b="1" i="1" dirty="0">
              <a:latin typeface="Arial Narrow" panose="020B0606020202030204" pitchFamily="34" charset="0"/>
            </a:endParaRPr>
          </a:p>
        </p:txBody>
      </p:sp>
      <p:sp>
        <p:nvSpPr>
          <p:cNvPr id="17410" name="页脚占位符 2"/>
          <p:cNvSpPr>
            <a:spLocks noGrp="1"/>
          </p:cNvSpPr>
          <p:nvPr>
            <p:ph type="ftr" sz="quarter" idx="11"/>
          </p:nvPr>
        </p:nvSpPr>
        <p:spPr>
          <a:ln/>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rgbClr val="009999"/>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buClrTx/>
              <a:buFontTx/>
            </a:pPr>
            <a:r>
              <a:rPr lang="" altLang="zh-CN" sz="1200" b="1" i="1" dirty="0">
                <a:latin typeface="Arial Narrow" panose="020B0606020202030204" pitchFamily="34" charset="0"/>
              </a:rPr>
              <a:t>School of Computer Science, BUPT</a:t>
            </a:r>
            <a:endParaRPr lang="" altLang="en-US" sz="1200" b="1" i="1" dirty="0">
              <a:latin typeface="Arial Narrow" panose="020B0606020202030204" pitchFamily="34" charset="0"/>
            </a:endParaRPr>
          </a:p>
        </p:txBody>
      </p:sp>
      <p:sp>
        <p:nvSpPr>
          <p:cNvPr id="17411" name="Rectangle 2"/>
          <p:cNvSpPr/>
          <p:nvPr/>
        </p:nvSpPr>
        <p:spPr>
          <a:xfrm>
            <a:off x="762000" y="457200"/>
            <a:ext cx="8001000" cy="609600"/>
          </a:xfrm>
          <a:prstGeom prst="rect">
            <a:avLst/>
          </a:prstGeom>
          <a:noFill/>
          <a:ln w="9525">
            <a:noFill/>
          </a:ln>
        </p:spPr>
        <p:txBody>
          <a:bodyPr anchor="b" anchorCtr="0"/>
          <a:p>
            <a:pPr algn="ctr">
              <a:lnSpc>
                <a:spcPct val="90000"/>
              </a:lnSpc>
            </a:pPr>
            <a:r>
              <a:rPr lang="zh-CN" altLang="en-US" sz="2800" b="1" dirty="0">
                <a:solidFill>
                  <a:srgbClr val="800080"/>
                </a:solidFill>
                <a:latin typeface="Arial" panose="020B0604020202020204" pitchFamily="34" charset="0"/>
                <a:ea typeface="华文行楷" panose="02010800040101010101" pitchFamily="2" charset="-122"/>
                <a:sym typeface="Symbol" panose="05050102010706020507" pitchFamily="18" charset="2"/>
              </a:rPr>
              <a:t>课堂练习</a:t>
            </a:r>
            <a:endParaRPr lang="zh-CN" altLang="en-US" sz="2800" b="1" dirty="0">
              <a:solidFill>
                <a:srgbClr val="800080"/>
              </a:solidFill>
              <a:latin typeface="Arial" panose="020B0604020202020204" pitchFamily="34" charset="0"/>
              <a:ea typeface="华文行楷" panose="02010800040101010101" pitchFamily="2" charset="-122"/>
              <a:sym typeface="Symbol" panose="05050102010706020507" pitchFamily="18" charset="2"/>
            </a:endParaRPr>
          </a:p>
        </p:txBody>
      </p:sp>
      <p:sp>
        <p:nvSpPr>
          <p:cNvPr id="17412" name="Rectangle 3"/>
          <p:cNvSpPr/>
          <p:nvPr/>
        </p:nvSpPr>
        <p:spPr>
          <a:xfrm>
            <a:off x="304800" y="1295400"/>
            <a:ext cx="8610600" cy="2014538"/>
          </a:xfrm>
          <a:prstGeom prst="rect">
            <a:avLst/>
          </a:prstGeom>
          <a:noFill/>
          <a:ln w="9525">
            <a:noFill/>
          </a:ln>
        </p:spPr>
        <p:txBody>
          <a:bodyPr anchor="t" anchorCtr="0">
            <a:spAutoFit/>
          </a:bodyPr>
          <a:p>
            <a:pPr>
              <a:lnSpc>
                <a:spcPct val="130000"/>
              </a:lnSpc>
              <a:buClrTx/>
              <a:buFont typeface="Wingdings" panose="05000000000000000000" pitchFamily="2" charset="2"/>
            </a:pPr>
            <a:r>
              <a:rPr lang="zh-CN" altLang="en-US" sz="2800" b="1" dirty="0">
                <a:solidFill>
                  <a:srgbClr val="800080"/>
                </a:solidFill>
                <a:latin typeface="Times New Roman" panose="02020603050405020304" pitchFamily="18" charset="0"/>
                <a:ea typeface="华文行楷" panose="02010800040101010101" pitchFamily="2" charset="-122"/>
              </a:rPr>
              <a:t> 例: (书</a:t>
            </a:r>
            <a:r>
              <a:rPr lang="en-US" altLang="zh-CN" sz="2800" b="1" dirty="0">
                <a:solidFill>
                  <a:srgbClr val="800080"/>
                </a:solidFill>
                <a:latin typeface="Times New Roman" panose="02020603050405020304" pitchFamily="18" charset="0"/>
                <a:ea typeface="华文行楷" panose="02010800040101010101" pitchFamily="2" charset="-122"/>
              </a:rPr>
              <a:t>P135 </a:t>
            </a:r>
            <a:r>
              <a:rPr lang="zh-CN" altLang="en-US" sz="2800" b="1" dirty="0">
                <a:solidFill>
                  <a:srgbClr val="800080"/>
                </a:solidFill>
                <a:latin typeface="Times New Roman" panose="02020603050405020304" pitchFamily="18" charset="0"/>
                <a:ea typeface="华文行楷" panose="02010800040101010101" pitchFamily="2" charset="-122"/>
              </a:rPr>
              <a:t>例2)设上下文无关文法如下：</a:t>
            </a:r>
            <a:endParaRPr lang="zh-CN" altLang="en-US" sz="2800" b="1" dirty="0">
              <a:solidFill>
                <a:srgbClr val="800080"/>
              </a:solidFill>
              <a:latin typeface="Times New Roman" panose="02020603050405020304" pitchFamily="18" charset="0"/>
              <a:ea typeface="华文行楷" panose="02010800040101010101" pitchFamily="2" charset="-122"/>
            </a:endParaRPr>
          </a:p>
          <a:p>
            <a:pPr lvl="1" indent="0" algn="just" rtl="0" eaLnBrk="1" fontAlgn="base" hangingPunct="1">
              <a:lnSpc>
                <a:spcPct val="130000"/>
              </a:lnSpc>
              <a:spcBef>
                <a:spcPct val="0"/>
              </a:spcBef>
              <a:spcAft>
                <a:spcPct val="0"/>
              </a:spcAft>
              <a:buClrTx/>
              <a:buFont typeface="Wingdings" panose="05000000000000000000" pitchFamily="2" charset="2"/>
              <a:buNone/>
            </a:pPr>
            <a:endParaRPr lang="en-US" altLang="zh-CN" sz="2400" b="1" dirty="0">
              <a:solidFill>
                <a:schemeClr val="tx2"/>
              </a:solidFill>
              <a:latin typeface="Arial" panose="020B0604020202020204" pitchFamily="34" charset="0"/>
              <a:ea typeface="楷体_GB2312" pitchFamily="49" charset="-122"/>
            </a:endParaRPr>
          </a:p>
          <a:p>
            <a:pPr lvl="1" indent="0" algn="just" rtl="0" eaLnBrk="1" fontAlgn="base" hangingPunct="1">
              <a:lnSpc>
                <a:spcPct val="130000"/>
              </a:lnSpc>
              <a:spcBef>
                <a:spcPct val="0"/>
              </a:spcBef>
              <a:spcAft>
                <a:spcPct val="0"/>
              </a:spcAft>
              <a:buClrTx/>
              <a:buFont typeface="Wingdings" panose="05000000000000000000" pitchFamily="2" charset="2"/>
              <a:buNone/>
            </a:pPr>
            <a:endParaRPr lang="en-US" altLang="zh-CN" sz="2400" b="1" dirty="0">
              <a:solidFill>
                <a:schemeClr val="tx2"/>
              </a:solidFill>
              <a:latin typeface="Arial" panose="020B0604020202020204" pitchFamily="34" charset="0"/>
              <a:ea typeface="楷体_GB2312" pitchFamily="49" charset="-122"/>
            </a:endParaRPr>
          </a:p>
          <a:p>
            <a:pPr lvl="1" indent="0" algn="just" rtl="0" eaLnBrk="1" fontAlgn="base" hangingPunct="1">
              <a:lnSpc>
                <a:spcPct val="120000"/>
              </a:lnSpc>
              <a:spcBef>
                <a:spcPct val="0"/>
              </a:spcBef>
              <a:spcAft>
                <a:spcPct val="0"/>
              </a:spcAft>
              <a:buClrTx/>
              <a:buFont typeface="Wingdings" panose="05000000000000000000" pitchFamily="2" charset="2"/>
              <a:buNone/>
            </a:pPr>
            <a:endParaRPr lang="en-US" altLang="zh-CN" sz="2400" b="1" dirty="0">
              <a:solidFill>
                <a:schemeClr val="tx2"/>
              </a:solidFill>
              <a:latin typeface="Arial" panose="020B0604020202020204" pitchFamily="34" charset="0"/>
              <a:ea typeface="楷体_GB2312" pitchFamily="49" charset="-122"/>
            </a:endParaRPr>
          </a:p>
        </p:txBody>
      </p:sp>
      <p:graphicFrame>
        <p:nvGraphicFramePr>
          <p:cNvPr id="17413" name="对象 5"/>
          <p:cNvGraphicFramePr>
            <a:graphicFrameLocks noChangeAspect="1"/>
          </p:cNvGraphicFramePr>
          <p:nvPr/>
        </p:nvGraphicFramePr>
        <p:xfrm>
          <a:off x="7008813" y="1444625"/>
          <a:ext cx="1336675" cy="690563"/>
        </p:xfrm>
        <a:graphic>
          <a:graphicData uri="http://schemas.openxmlformats.org/presentationml/2006/ole">
            <mc:AlternateContent xmlns:mc="http://schemas.openxmlformats.org/markup-compatibility/2006">
              <mc:Choice xmlns:v="urn:schemas-microsoft-com:vml" Requires="v">
                <p:oleObj spid="_x0000_s3076" name="" r:id="rId1" imgW="850900" imgH="431800" progId="Equation.KSEE3">
                  <p:embed/>
                </p:oleObj>
              </mc:Choice>
              <mc:Fallback>
                <p:oleObj name="" r:id="rId1" imgW="850900" imgH="431800" progId="Equation.KSEE3">
                  <p:embed/>
                  <p:pic>
                    <p:nvPicPr>
                      <p:cNvPr id="0" name="图片 3075"/>
                      <p:cNvPicPr/>
                      <p:nvPr/>
                    </p:nvPicPr>
                    <p:blipFill>
                      <a:blip r:embed="rId2"/>
                      <a:stretch>
                        <a:fillRect/>
                      </a:stretch>
                    </p:blipFill>
                    <p:spPr>
                      <a:xfrm>
                        <a:off x="7008813" y="1444625"/>
                        <a:ext cx="1336675" cy="690563"/>
                      </a:xfrm>
                      <a:prstGeom prst="rect">
                        <a:avLst/>
                      </a:prstGeom>
                      <a:noFill/>
                      <a:ln w="38100">
                        <a:noFill/>
                        <a:miter/>
                      </a:ln>
                    </p:spPr>
                  </p:pic>
                </p:oleObj>
              </mc:Fallback>
            </mc:AlternateContent>
          </a:graphicData>
        </a:graphic>
      </p:graphicFrame>
      <p:sp>
        <p:nvSpPr>
          <p:cNvPr id="17414" name="Rectangle 12"/>
          <p:cNvSpPr/>
          <p:nvPr/>
        </p:nvSpPr>
        <p:spPr>
          <a:xfrm>
            <a:off x="611188" y="1973263"/>
            <a:ext cx="4752975" cy="461962"/>
          </a:xfrm>
          <a:prstGeom prst="rect">
            <a:avLst/>
          </a:prstGeom>
          <a:noFill/>
          <a:ln w="9525">
            <a:noFill/>
          </a:ln>
        </p:spPr>
        <p:txBody>
          <a:bodyPr anchor="ctr" anchorCtr="0">
            <a:spAutoFit/>
          </a:bodyPr>
          <a:p>
            <a:pPr eaLnBrk="0" hangingPunct="0">
              <a:buClrTx/>
              <a:buFontTx/>
            </a:pPr>
            <a:r>
              <a:rPr lang="zh-CN" altLang="en-US" sz="2400" b="1" dirty="0">
                <a:solidFill>
                  <a:srgbClr val="660066"/>
                </a:solidFill>
                <a:latin typeface="华文行楷" panose="02010800040101010101" pitchFamily="2" charset="-122"/>
                <a:ea typeface="华文行楷" panose="02010800040101010101" pitchFamily="2" charset="-122"/>
              </a:rPr>
              <a:t>试把该文法化为</a:t>
            </a:r>
            <a:r>
              <a:rPr lang="en-US" altLang="zh-CN" sz="2400" b="1" dirty="0">
                <a:solidFill>
                  <a:srgbClr val="660066"/>
                </a:solidFill>
                <a:latin typeface="Times New Roman" panose="02020603050405020304" pitchFamily="18" charset="0"/>
                <a:ea typeface="华文行楷" panose="02010800040101010101" pitchFamily="2" charset="-122"/>
              </a:rPr>
              <a:t>Greibach</a:t>
            </a:r>
            <a:r>
              <a:rPr lang="zh-CN" altLang="en-US" sz="2400" b="1" dirty="0">
                <a:solidFill>
                  <a:srgbClr val="660066"/>
                </a:solidFill>
                <a:latin typeface="华文行楷" panose="02010800040101010101" pitchFamily="2" charset="-122"/>
                <a:ea typeface="华文行楷" panose="02010800040101010101" pitchFamily="2" charset="-122"/>
              </a:rPr>
              <a:t>范式。</a:t>
            </a:r>
            <a:endParaRPr lang="zh-CN" altLang="en-US" sz="3600" b="1" dirty="0">
              <a:solidFill>
                <a:srgbClr val="660066"/>
              </a:solidFill>
              <a:latin typeface="华文行楷" panose="02010800040101010101" pitchFamily="2" charset="-122"/>
              <a:ea typeface="华文行楷" panose="02010800040101010101" pitchFamily="2" charset="-122"/>
            </a:endParaRPr>
          </a:p>
        </p:txBody>
      </p:sp>
      <p:sp>
        <p:nvSpPr>
          <p:cNvPr id="12" name="文本框 11"/>
          <p:cNvSpPr txBox="1"/>
          <p:nvPr/>
        </p:nvSpPr>
        <p:spPr>
          <a:xfrm flipH="1">
            <a:off x="452438" y="2424113"/>
            <a:ext cx="2479675" cy="369887"/>
          </a:xfrm>
          <a:prstGeom prst="rect">
            <a:avLst/>
          </a:prstGeom>
          <a:noFill/>
          <a:ln w="9525">
            <a:noFill/>
          </a:ln>
        </p:spPr>
        <p:txBody>
          <a:bodyPr anchor="t" anchorCtr="0">
            <a:spAutoFit/>
          </a:bodyPr>
          <a:p>
            <a:pPr eaLnBrk="0" hangingPunct="0"/>
            <a:r>
              <a:rPr lang="zh-CN" altLang="en-US" dirty="0">
                <a:latin typeface="Times New Roman" panose="02020603050405020304" pitchFamily="18" charset="0"/>
              </a:rPr>
              <a:t>（</a:t>
            </a:r>
            <a:r>
              <a:rPr lang="en-US" altLang="zh-CN" dirty="0">
                <a:latin typeface="Times New Roman" panose="02020603050405020304" pitchFamily="18" charset="0"/>
              </a:rPr>
              <a:t>1</a:t>
            </a:r>
            <a:r>
              <a:rPr lang="zh-CN" altLang="en-US" dirty="0">
                <a:latin typeface="Times New Roman" panose="02020603050405020304" pitchFamily="18" charset="0"/>
              </a:rPr>
              <a:t>）消</a:t>
            </a:r>
            <a:r>
              <a:rPr lang="zh-CN" altLang="en-US" dirty="0">
                <a:latin typeface="Times New Roman" panose="02020603050405020304" pitchFamily="18" charset="0"/>
                <a:sym typeface="Euclid Symbol" pitchFamily="18" charset="2"/>
              </a:rPr>
              <a:t></a:t>
            </a:r>
            <a:r>
              <a:rPr lang="zh-CN" altLang="en-US" dirty="0">
                <a:latin typeface="Times New Roman" panose="02020603050405020304" pitchFamily="18" charset="0"/>
              </a:rPr>
              <a:t>产生式得</a:t>
            </a:r>
            <a:endParaRPr lang="zh-CN" altLang="en-US" dirty="0">
              <a:latin typeface="Times New Roman" panose="02020603050405020304" pitchFamily="18" charset="0"/>
            </a:endParaRPr>
          </a:p>
        </p:txBody>
      </p:sp>
      <p:pic>
        <p:nvPicPr>
          <p:cNvPr id="13" name="图片 12"/>
          <p:cNvPicPr>
            <a:picLocks noChangeAspect="1"/>
          </p:cNvPicPr>
          <p:nvPr/>
        </p:nvPicPr>
        <p:blipFill>
          <a:blip r:embed="rId3"/>
          <a:stretch>
            <a:fillRect/>
          </a:stretch>
        </p:blipFill>
        <p:spPr>
          <a:xfrm>
            <a:off x="1042988" y="2851150"/>
            <a:ext cx="2106612" cy="663575"/>
          </a:xfrm>
          <a:prstGeom prst="rect">
            <a:avLst/>
          </a:prstGeom>
          <a:noFill/>
          <a:ln w="9525">
            <a:noFill/>
          </a:ln>
        </p:spPr>
      </p:pic>
      <p:sp>
        <p:nvSpPr>
          <p:cNvPr id="14" name="矩形 13"/>
          <p:cNvSpPr/>
          <p:nvPr/>
        </p:nvSpPr>
        <p:spPr>
          <a:xfrm>
            <a:off x="493713" y="3557588"/>
            <a:ext cx="2998787" cy="460375"/>
          </a:xfrm>
          <a:prstGeom prst="rect">
            <a:avLst/>
          </a:prstGeom>
          <a:noFill/>
          <a:ln w="9525">
            <a:noFill/>
          </a:ln>
        </p:spPr>
        <p:txBody>
          <a:bodyPr wrap="none" anchor="t" anchorCtr="0">
            <a:spAutoFit/>
          </a:bodyPr>
          <a:p>
            <a:pPr algn="just" eaLnBrk="0" hangingPunct="0">
              <a:lnSpc>
                <a:spcPct val="150000"/>
              </a:lnSpc>
            </a:pPr>
            <a:r>
              <a:rPr lang="zh-CN" altLang="en-US" dirty="0">
                <a:latin typeface="Calibri" panose="020F0502020204030204" pitchFamily="34" charset="0"/>
              </a:rPr>
              <a:t>（</a:t>
            </a:r>
            <a:r>
              <a:rPr lang="en-US" altLang="zh-CN" dirty="0">
                <a:latin typeface="Calibri" panose="020F0502020204030204" pitchFamily="34" charset="0"/>
              </a:rPr>
              <a:t>2</a:t>
            </a:r>
            <a:r>
              <a:rPr lang="zh-CN" altLang="en-US" dirty="0">
                <a:latin typeface="Calibri" panose="020F0502020204030204" pitchFamily="34" charset="0"/>
              </a:rPr>
              <a:t>）</a:t>
            </a:r>
            <a:r>
              <a:rPr lang="zh-CN" altLang="zh-CN" dirty="0">
                <a:latin typeface="Calibri" panose="020F0502020204030204" pitchFamily="34" charset="0"/>
              </a:rPr>
              <a:t>化为</a:t>
            </a:r>
            <a:r>
              <a:rPr lang="en-US" altLang="zh-CN" dirty="0">
                <a:latin typeface="Calibri" panose="020F0502020204030204" pitchFamily="34" charset="0"/>
              </a:rPr>
              <a:t>Chomsky</a:t>
            </a:r>
            <a:r>
              <a:rPr lang="zh-CN" altLang="zh-CN" dirty="0">
                <a:latin typeface="Calibri" panose="020F0502020204030204" pitchFamily="34" charset="0"/>
              </a:rPr>
              <a:t>范式文法</a:t>
            </a:r>
            <a:endParaRPr lang="zh-CN" altLang="zh-CN" sz="1400" dirty="0">
              <a:latin typeface="Calibri" panose="020F0502020204030204" pitchFamily="34" charset="0"/>
            </a:endParaRPr>
          </a:p>
        </p:txBody>
      </p:sp>
      <p:pic>
        <p:nvPicPr>
          <p:cNvPr id="15" name="图片 14"/>
          <p:cNvPicPr>
            <a:picLocks noChangeAspect="1"/>
          </p:cNvPicPr>
          <p:nvPr/>
        </p:nvPicPr>
        <p:blipFill>
          <a:blip r:embed="rId4"/>
          <a:stretch>
            <a:fillRect/>
          </a:stretch>
        </p:blipFill>
        <p:spPr>
          <a:xfrm>
            <a:off x="1042988" y="4227513"/>
            <a:ext cx="1695450" cy="1466850"/>
          </a:xfrm>
          <a:prstGeom prst="rect">
            <a:avLst/>
          </a:prstGeom>
          <a:noFill/>
          <a:ln w="9525">
            <a:noFill/>
          </a:ln>
        </p:spPr>
      </p:pic>
      <p:sp>
        <p:nvSpPr>
          <p:cNvPr id="31" name="矩形 30"/>
          <p:cNvSpPr>
            <a:spLocks noRot="1" noChangeAspect="1" noMove="1" noResize="1" noEditPoints="1" noAdjustHandles="1" noChangeArrowheads="1" noChangeShapeType="1" noTextEdit="1"/>
          </p:cNvSpPr>
          <p:nvPr/>
        </p:nvSpPr>
        <p:spPr>
          <a:xfrm>
            <a:off x="3419872" y="2514683"/>
            <a:ext cx="2479994" cy="3290581"/>
          </a:xfrm>
          <a:prstGeom prst="rect">
            <a:avLst/>
          </a:prstGeom>
          <a:blipFill rotWithShape="0">
            <a:blip r:embed="rId5"/>
            <a:stretch>
              <a:fillRect l="-16" t="-3" r="3" b="3"/>
            </a:stretch>
          </a:blipFill>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a:ln>
                  <a:noFill/>
                </a:ln>
                <a:noFill/>
                <a:effectLst/>
                <a:uLnTx/>
                <a:uFillTx/>
                <a:latin typeface="Times New Roman" panose="02020603050405020304" pitchFamily="18" charset="0"/>
                <a:ea typeface="宋体" panose="02010600030101010101" pitchFamily="2" charset="-122"/>
                <a:cs typeface="+mn-cs"/>
              </a:rPr>
              <a:t> </a:t>
            </a:r>
            <a:endParaRPr kumimoji="0" lang="zh-CN" altLang="en-US" sz="1800" b="0" i="0" u="none" strike="noStrike" kern="1200" cap="none" spc="0" normalizeH="0" baseline="0" noProof="0">
              <a:ln>
                <a:noFill/>
              </a:ln>
              <a:noFill/>
              <a:effectLst/>
              <a:uLnTx/>
              <a:uFillTx/>
              <a:latin typeface="Times New Roman" panose="02020603050405020304" pitchFamily="18" charset="0"/>
              <a:ea typeface="宋体" panose="02010600030101010101" pitchFamily="2" charset="-122"/>
              <a:cs typeface="+mn-cs"/>
            </a:endParaRPr>
          </a:p>
        </p:txBody>
      </p:sp>
      <p:sp>
        <p:nvSpPr>
          <p:cNvPr id="17420" name="Rectangle 25"/>
          <p:cNvSpPr/>
          <p:nvPr/>
        </p:nvSpPr>
        <p:spPr>
          <a:xfrm>
            <a:off x="0" y="0"/>
            <a:ext cx="9144000" cy="0"/>
          </a:xfrm>
          <a:prstGeom prst="rect">
            <a:avLst/>
          </a:prstGeom>
          <a:noFill/>
          <a:ln w="9525">
            <a:noFill/>
          </a:ln>
        </p:spPr>
        <p:txBody>
          <a:bodyPr wrap="none" anchor="ctr" anchorCtr="0">
            <a:spAutoFit/>
          </a:bodyPr>
          <a:p>
            <a:pPr eaLnBrk="0" hangingPunct="0"/>
            <a:endParaRPr lang="zh-CN" altLang="en-US" dirty="0">
              <a:latin typeface="Times New Roman" panose="02020603050405020304" pitchFamily="18" charset="0"/>
            </a:endParaRPr>
          </a:p>
        </p:txBody>
      </p:sp>
      <p:sp>
        <p:nvSpPr>
          <p:cNvPr id="30" name="矩形 29"/>
          <p:cNvSpPr>
            <a:spLocks noRot="1" noChangeAspect="1" noMove="1" noResize="1" noEditPoints="1" noAdjustHandles="1" noChangeArrowheads="1" noChangeShapeType="1" noTextEdit="1"/>
          </p:cNvSpPr>
          <p:nvPr/>
        </p:nvSpPr>
        <p:spPr>
          <a:xfrm>
            <a:off x="6278163" y="2229858"/>
            <a:ext cx="2797114" cy="3774881"/>
          </a:xfrm>
          <a:prstGeom prst="rect">
            <a:avLst/>
          </a:prstGeom>
          <a:blipFill rotWithShape="0">
            <a:blip r:embed="rId6"/>
            <a:stretch>
              <a:fillRect l="-20" t="-10" r="18" b="5"/>
            </a:stretch>
          </a:blipFill>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a:ln>
                  <a:noFill/>
                </a:ln>
                <a:noFill/>
                <a:effectLst/>
                <a:uLnTx/>
                <a:uFillTx/>
                <a:latin typeface="Times New Roman" panose="02020603050405020304" pitchFamily="18" charset="0"/>
                <a:ea typeface="宋体" panose="02010600030101010101" pitchFamily="2" charset="-122"/>
                <a:cs typeface="+mn-cs"/>
              </a:rPr>
              <a:t> </a:t>
            </a:r>
            <a:endParaRPr kumimoji="0" lang="zh-CN" altLang="en-US" sz="1800" b="0" i="0" u="none" strike="noStrike" kern="1200" cap="none" spc="0" normalizeH="0" baseline="0" noProof="0">
              <a:ln>
                <a:noFill/>
              </a:ln>
              <a:no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灯片编号占位符 1"/>
          <p:cNvSpPr>
            <a:spLocks noGrp="1"/>
          </p:cNvSpPr>
          <p:nvPr>
            <p:ph type="sldNum" sz="quarter" idx="10"/>
          </p:nvPr>
        </p:nvSpPr>
        <p:spPr>
          <a:ln/>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rgbClr val="009999"/>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5pPr>
          </a:lstStyle>
          <a:p>
            <a:pPr lvl="0" algn="r" eaLnBrk="1" hangingPunct="1">
              <a:buSzTx/>
            </a:pPr>
            <a:fld id="{9A0DB2DC-4C9A-4742-B13C-FB6460FD3503}" type="slidenum">
              <a:rPr lang="" altLang="en-US" sz="1200" b="1" i="1" dirty="0">
                <a:latin typeface="Arial Narrow" panose="020B0606020202030204" pitchFamily="34" charset="0"/>
              </a:rPr>
            </a:fld>
            <a:endParaRPr lang="" altLang="en-US" sz="1200" b="1" i="1" dirty="0">
              <a:latin typeface="Arial Narrow" panose="020B0606020202030204" pitchFamily="34" charset="0"/>
            </a:endParaRPr>
          </a:p>
        </p:txBody>
      </p:sp>
      <p:sp>
        <p:nvSpPr>
          <p:cNvPr id="18434" name="页脚占位符 2"/>
          <p:cNvSpPr>
            <a:spLocks noGrp="1"/>
          </p:cNvSpPr>
          <p:nvPr>
            <p:ph type="ftr" sz="quarter" idx="11"/>
          </p:nvPr>
        </p:nvSpPr>
        <p:spPr>
          <a:ln/>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rgbClr val="009999"/>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buClrTx/>
              <a:buFontTx/>
            </a:pPr>
            <a:r>
              <a:rPr lang="" altLang="zh-CN" sz="1200" b="1" i="1" dirty="0">
                <a:latin typeface="Arial Narrow" panose="020B0606020202030204" pitchFamily="34" charset="0"/>
              </a:rPr>
              <a:t>School of Computer Science, BUPT</a:t>
            </a:r>
            <a:endParaRPr lang="" altLang="en-US" sz="1200" b="1" i="1" dirty="0">
              <a:latin typeface="Arial Narrow" panose="020B0606020202030204" pitchFamily="34" charset="0"/>
            </a:endParaRPr>
          </a:p>
        </p:txBody>
      </p:sp>
      <p:sp>
        <p:nvSpPr>
          <p:cNvPr id="18435" name="矩形 3"/>
          <p:cNvSpPr/>
          <p:nvPr/>
        </p:nvSpPr>
        <p:spPr>
          <a:xfrm>
            <a:off x="1116013" y="620713"/>
            <a:ext cx="5108575" cy="584200"/>
          </a:xfrm>
          <a:prstGeom prst="rect">
            <a:avLst/>
          </a:prstGeom>
          <a:noFill/>
          <a:ln w="9525">
            <a:noFill/>
          </a:ln>
        </p:spPr>
        <p:txBody>
          <a:bodyPr wrap="none" anchor="t" anchorCtr="0">
            <a:spAutoFit/>
          </a:bodyPr>
          <a:p>
            <a:pPr eaLnBrk="0" hangingPunct="0"/>
            <a:r>
              <a:rPr lang="zh-CN" altLang="zh-CN" sz="3200" b="1" dirty="0">
                <a:solidFill>
                  <a:srgbClr val="660066"/>
                </a:solidFill>
                <a:latin typeface="楷体_GB2312" pitchFamily="49" charset="-122"/>
                <a:ea typeface="楷体_GB2312" pitchFamily="49" charset="-122"/>
              </a:rPr>
              <a:t>上下文无关文法变换的应用</a:t>
            </a:r>
            <a:endParaRPr lang="zh-CN" altLang="en-US" sz="3200" b="1" dirty="0">
              <a:solidFill>
                <a:srgbClr val="660066"/>
              </a:solidFill>
              <a:latin typeface="楷体_GB2312" pitchFamily="49" charset="-122"/>
              <a:ea typeface="楷体_GB2312" pitchFamily="49" charset="-122"/>
            </a:endParaRPr>
          </a:p>
        </p:txBody>
      </p:sp>
      <p:sp>
        <p:nvSpPr>
          <p:cNvPr id="18436" name="矩形 4"/>
          <p:cNvSpPr/>
          <p:nvPr/>
        </p:nvSpPr>
        <p:spPr>
          <a:xfrm>
            <a:off x="755650" y="1341438"/>
            <a:ext cx="7704138" cy="5262562"/>
          </a:xfrm>
          <a:prstGeom prst="rect">
            <a:avLst/>
          </a:prstGeom>
          <a:noFill/>
          <a:ln w="9525">
            <a:noFill/>
          </a:ln>
        </p:spPr>
        <p:txBody>
          <a:bodyPr anchor="t" anchorCtr="0">
            <a:spAutoFit/>
          </a:bodyPr>
          <a:p>
            <a:pPr eaLnBrk="0" hangingPunct="0">
              <a:buClrTx/>
              <a:buFont typeface="Wingdings" panose="05000000000000000000" pitchFamily="2" charset="2"/>
              <a:buChar char="n"/>
            </a:pPr>
            <a:r>
              <a:rPr lang="zh-CN" altLang="zh-CN" sz="2400" b="1" dirty="0">
                <a:solidFill>
                  <a:srgbClr val="003399"/>
                </a:solidFill>
                <a:latin typeface="楷体_GB2312" pitchFamily="49" charset="-122"/>
                <a:ea typeface="楷体_GB2312" pitchFamily="49" charset="-122"/>
              </a:rPr>
              <a:t>在编辑器的语法分析中常使用递归下降法。</a:t>
            </a:r>
            <a:endParaRPr lang="en-US" altLang="zh-CN" sz="2400" b="1" dirty="0">
              <a:solidFill>
                <a:srgbClr val="003399"/>
              </a:solidFill>
              <a:latin typeface="楷体_GB2312" pitchFamily="49" charset="-122"/>
              <a:ea typeface="楷体_GB2312" pitchFamily="49" charset="-122"/>
            </a:endParaRPr>
          </a:p>
          <a:p>
            <a:pPr eaLnBrk="0" hangingPunct="0">
              <a:buClrTx/>
              <a:buFont typeface="Wingdings" panose="05000000000000000000" pitchFamily="2" charset="2"/>
              <a:buChar char="n"/>
            </a:pPr>
            <a:r>
              <a:rPr lang="zh-CN" altLang="zh-CN" sz="2400" b="1" dirty="0">
                <a:solidFill>
                  <a:srgbClr val="003399"/>
                </a:solidFill>
                <a:latin typeface="楷体_GB2312" pitchFamily="49" charset="-122"/>
                <a:ea typeface="楷体_GB2312" pitchFamily="49" charset="-122"/>
              </a:rPr>
              <a:t>递归下降法的原理是利用函数之间的递归调用模拟语法树自上而下的构造过程。</a:t>
            </a:r>
            <a:endParaRPr lang="en-US" altLang="zh-CN" sz="2400" b="1" dirty="0">
              <a:solidFill>
                <a:srgbClr val="003399"/>
              </a:solidFill>
              <a:latin typeface="楷体_GB2312" pitchFamily="49" charset="-122"/>
              <a:ea typeface="楷体_GB2312" pitchFamily="49" charset="-122"/>
            </a:endParaRPr>
          </a:p>
          <a:p>
            <a:pPr lvl="1" indent="0" algn="l" rtl="0" eaLnBrk="0" fontAlgn="base" hangingPunct="0">
              <a:spcBef>
                <a:spcPct val="0"/>
              </a:spcBef>
              <a:spcAft>
                <a:spcPct val="0"/>
              </a:spcAft>
              <a:buClrTx/>
              <a:buSzPct val="80000"/>
              <a:buFont typeface="Wingdings" panose="05000000000000000000" pitchFamily="2" charset="2"/>
              <a:buChar char="n"/>
            </a:pPr>
            <a:r>
              <a:rPr lang="zh-CN" altLang="zh-CN" sz="2400" dirty="0">
                <a:solidFill>
                  <a:srgbClr val="003399"/>
                </a:solidFill>
                <a:latin typeface="楷体_GB2312" pitchFamily="49" charset="-122"/>
                <a:ea typeface="楷体_GB2312" pitchFamily="49" charset="-122"/>
              </a:rPr>
              <a:t>支持递归下降的文法，必须能通过从左往右超前查看</a:t>
            </a:r>
            <a:r>
              <a:rPr lang="en-US" altLang="zh-CN" sz="2400" dirty="0">
                <a:solidFill>
                  <a:srgbClr val="003399"/>
                </a:solidFill>
                <a:latin typeface="楷体_GB2312" pitchFamily="49" charset="-122"/>
                <a:ea typeface="楷体_GB2312" pitchFamily="49" charset="-122"/>
              </a:rPr>
              <a:t>k</a:t>
            </a:r>
            <a:r>
              <a:rPr lang="zh-CN" altLang="zh-CN" sz="2400" dirty="0">
                <a:solidFill>
                  <a:srgbClr val="003399"/>
                </a:solidFill>
                <a:latin typeface="楷体_GB2312" pitchFamily="49" charset="-122"/>
                <a:ea typeface="楷体_GB2312" pitchFamily="49" charset="-122"/>
              </a:rPr>
              <a:t>个字符决定采用哪一个产生式。</a:t>
            </a:r>
            <a:endParaRPr lang="en-US" altLang="zh-CN" sz="2400" dirty="0">
              <a:solidFill>
                <a:srgbClr val="003399"/>
              </a:solidFill>
              <a:latin typeface="楷体_GB2312" pitchFamily="49" charset="-122"/>
              <a:ea typeface="楷体_GB2312" pitchFamily="49" charset="-122"/>
            </a:endParaRPr>
          </a:p>
          <a:p>
            <a:pPr lvl="1" indent="0" algn="l" rtl="0" eaLnBrk="0" fontAlgn="base" hangingPunct="0">
              <a:spcBef>
                <a:spcPct val="0"/>
              </a:spcBef>
              <a:spcAft>
                <a:spcPct val="0"/>
              </a:spcAft>
              <a:buClrTx/>
              <a:buSzPct val="80000"/>
              <a:buFont typeface="Wingdings" panose="05000000000000000000" pitchFamily="2" charset="2"/>
              <a:buChar char="n"/>
            </a:pPr>
            <a:r>
              <a:rPr lang="zh-CN" altLang="zh-CN" sz="2400" dirty="0">
                <a:solidFill>
                  <a:srgbClr val="003399"/>
                </a:solidFill>
                <a:latin typeface="楷体_GB2312" pitchFamily="49" charset="-122"/>
                <a:ea typeface="楷体_GB2312" pitchFamily="49" charset="-122"/>
              </a:rPr>
              <a:t>我们把这样的文法称作</a:t>
            </a:r>
            <a:r>
              <a:rPr lang="en-US" altLang="zh-CN" sz="2400" dirty="0">
                <a:solidFill>
                  <a:srgbClr val="003399"/>
                </a:solidFill>
                <a:latin typeface="楷体_GB2312" pitchFamily="49" charset="-122"/>
                <a:ea typeface="楷体_GB2312" pitchFamily="49" charset="-122"/>
              </a:rPr>
              <a:t>LL(k)</a:t>
            </a:r>
            <a:r>
              <a:rPr lang="zh-CN" altLang="zh-CN" sz="2400" dirty="0">
                <a:solidFill>
                  <a:srgbClr val="003399"/>
                </a:solidFill>
                <a:latin typeface="楷体_GB2312" pitchFamily="49" charset="-122"/>
                <a:ea typeface="楷体_GB2312" pitchFamily="49" charset="-122"/>
              </a:rPr>
              <a:t>文法。</a:t>
            </a:r>
            <a:endParaRPr lang="en-US" altLang="zh-CN" sz="2400" dirty="0">
              <a:solidFill>
                <a:srgbClr val="003399"/>
              </a:solidFill>
              <a:latin typeface="楷体_GB2312" pitchFamily="49" charset="-122"/>
              <a:ea typeface="楷体_GB2312" pitchFamily="49" charset="-122"/>
            </a:endParaRPr>
          </a:p>
          <a:p>
            <a:pPr lvl="1" indent="0" algn="l" rtl="0" eaLnBrk="0" fontAlgn="base" hangingPunct="0">
              <a:spcBef>
                <a:spcPct val="0"/>
              </a:spcBef>
              <a:spcAft>
                <a:spcPct val="0"/>
              </a:spcAft>
              <a:buClrTx/>
              <a:buSzPct val="80000"/>
              <a:buFont typeface="Wingdings" panose="05000000000000000000" pitchFamily="2" charset="2"/>
              <a:buChar char="n"/>
            </a:pPr>
            <a:r>
              <a:rPr lang="zh-CN" altLang="zh-CN" sz="2400" dirty="0">
                <a:solidFill>
                  <a:srgbClr val="003399"/>
                </a:solidFill>
                <a:latin typeface="楷体_GB2312" pitchFamily="49" charset="-122"/>
                <a:ea typeface="楷体_GB2312" pitchFamily="49" charset="-122"/>
              </a:rPr>
              <a:t>这个名字中第一个</a:t>
            </a:r>
            <a:r>
              <a:rPr lang="en-US" altLang="zh-CN" sz="2400" dirty="0">
                <a:solidFill>
                  <a:srgbClr val="003399"/>
                </a:solidFill>
                <a:latin typeface="楷体_GB2312" pitchFamily="49" charset="-122"/>
                <a:ea typeface="楷体_GB2312" pitchFamily="49" charset="-122"/>
              </a:rPr>
              <a:t>L</a:t>
            </a:r>
            <a:r>
              <a:rPr lang="zh-CN" altLang="zh-CN" sz="2400" dirty="0">
                <a:solidFill>
                  <a:srgbClr val="003399"/>
                </a:solidFill>
                <a:latin typeface="楷体_GB2312" pitchFamily="49" charset="-122"/>
                <a:ea typeface="楷体_GB2312" pitchFamily="49" charset="-122"/>
              </a:rPr>
              <a:t>表示从左往右扫描字符串，而第二个</a:t>
            </a:r>
            <a:r>
              <a:rPr lang="en-US" altLang="zh-CN" sz="2400" dirty="0">
                <a:solidFill>
                  <a:srgbClr val="003399"/>
                </a:solidFill>
                <a:latin typeface="楷体_GB2312" pitchFamily="49" charset="-122"/>
                <a:ea typeface="楷体_GB2312" pitchFamily="49" charset="-122"/>
              </a:rPr>
              <a:t>L</a:t>
            </a:r>
            <a:r>
              <a:rPr lang="zh-CN" altLang="zh-CN" sz="2400" dirty="0">
                <a:solidFill>
                  <a:srgbClr val="003399"/>
                </a:solidFill>
                <a:latin typeface="楷体_GB2312" pitchFamily="49" charset="-122"/>
                <a:ea typeface="楷体_GB2312" pitchFamily="49" charset="-122"/>
              </a:rPr>
              <a:t>表示最左推导。</a:t>
            </a:r>
            <a:endParaRPr lang="en-US" altLang="zh-CN" sz="2400" dirty="0">
              <a:solidFill>
                <a:srgbClr val="003399"/>
              </a:solidFill>
              <a:latin typeface="楷体_GB2312" pitchFamily="49" charset="-122"/>
              <a:ea typeface="楷体_GB2312" pitchFamily="49" charset="-122"/>
            </a:endParaRPr>
          </a:p>
          <a:p>
            <a:pPr eaLnBrk="0" hangingPunct="0">
              <a:buClrTx/>
              <a:buFont typeface="Wingdings" panose="05000000000000000000" pitchFamily="2" charset="2"/>
              <a:buChar char="n"/>
            </a:pPr>
            <a:r>
              <a:rPr lang="zh-CN" altLang="zh-CN" sz="2400" b="1" dirty="0">
                <a:solidFill>
                  <a:srgbClr val="003399"/>
                </a:solidFill>
                <a:latin typeface="楷体_GB2312" pitchFamily="49" charset="-122"/>
                <a:ea typeface="楷体_GB2312" pitchFamily="49" charset="-122"/>
              </a:rPr>
              <a:t>递归下降语法分析器的分析过程就是表达式的最左推导过程。</a:t>
            </a:r>
            <a:endParaRPr lang="en-US" altLang="zh-CN" sz="2400" b="1" dirty="0">
              <a:solidFill>
                <a:srgbClr val="003399"/>
              </a:solidFill>
              <a:latin typeface="楷体_GB2312" pitchFamily="49" charset="-122"/>
              <a:ea typeface="楷体_GB2312" pitchFamily="49" charset="-122"/>
            </a:endParaRPr>
          </a:p>
          <a:p>
            <a:pPr lvl="1" indent="0" algn="l" rtl="0" eaLnBrk="0" fontAlgn="base" hangingPunct="0">
              <a:spcBef>
                <a:spcPct val="0"/>
              </a:spcBef>
              <a:spcAft>
                <a:spcPct val="0"/>
              </a:spcAft>
              <a:buClrTx/>
              <a:buSzPct val="80000"/>
              <a:buFont typeface="Wingdings" panose="05000000000000000000" pitchFamily="2" charset="2"/>
              <a:buChar char="n"/>
            </a:pPr>
            <a:r>
              <a:rPr lang="zh-CN" altLang="zh-CN" sz="2400" dirty="0">
                <a:solidFill>
                  <a:srgbClr val="003399"/>
                </a:solidFill>
                <a:latin typeface="楷体_GB2312" pitchFamily="49" charset="-122"/>
                <a:ea typeface="楷体_GB2312" pitchFamily="49" charset="-122"/>
              </a:rPr>
              <a:t>最后括号中的</a:t>
            </a:r>
            <a:r>
              <a:rPr lang="en-US" altLang="zh-CN" sz="2400" dirty="0">
                <a:solidFill>
                  <a:srgbClr val="003399"/>
                </a:solidFill>
                <a:latin typeface="楷体_GB2312" pitchFamily="49" charset="-122"/>
                <a:ea typeface="楷体_GB2312" pitchFamily="49" charset="-122"/>
              </a:rPr>
              <a:t>k</a:t>
            </a:r>
            <a:r>
              <a:rPr lang="zh-CN" altLang="zh-CN" sz="2400" dirty="0">
                <a:solidFill>
                  <a:srgbClr val="003399"/>
                </a:solidFill>
                <a:latin typeface="楷体_GB2312" pitchFamily="49" charset="-122"/>
                <a:ea typeface="楷体_GB2312" pitchFamily="49" charset="-122"/>
              </a:rPr>
              <a:t>表示需要超前查看</a:t>
            </a:r>
            <a:r>
              <a:rPr lang="en-US" altLang="zh-CN" sz="2400" dirty="0">
                <a:solidFill>
                  <a:srgbClr val="003399"/>
                </a:solidFill>
                <a:latin typeface="楷体_GB2312" pitchFamily="49" charset="-122"/>
                <a:ea typeface="楷体_GB2312" pitchFamily="49" charset="-122"/>
              </a:rPr>
              <a:t>k</a:t>
            </a:r>
            <a:r>
              <a:rPr lang="zh-CN" altLang="zh-CN" sz="2400" dirty="0">
                <a:solidFill>
                  <a:srgbClr val="003399"/>
                </a:solidFill>
                <a:latin typeface="楷体_GB2312" pitchFamily="49" charset="-122"/>
                <a:ea typeface="楷体_GB2312" pitchFamily="49" charset="-122"/>
              </a:rPr>
              <a:t>个字符。</a:t>
            </a:r>
            <a:endParaRPr lang="en-US" altLang="zh-CN" sz="2400" dirty="0">
              <a:solidFill>
                <a:srgbClr val="003399"/>
              </a:solidFill>
              <a:latin typeface="楷体_GB2312" pitchFamily="49" charset="-122"/>
              <a:ea typeface="楷体_GB2312" pitchFamily="49" charset="-122"/>
            </a:endParaRPr>
          </a:p>
          <a:p>
            <a:pPr lvl="1" indent="0" algn="l" rtl="0" eaLnBrk="0" fontAlgn="base" hangingPunct="0">
              <a:spcBef>
                <a:spcPct val="0"/>
              </a:spcBef>
              <a:spcAft>
                <a:spcPct val="0"/>
              </a:spcAft>
              <a:buClrTx/>
              <a:buSzPct val="80000"/>
              <a:buFont typeface="Wingdings" panose="05000000000000000000" pitchFamily="2" charset="2"/>
              <a:buChar char="n"/>
            </a:pPr>
            <a:r>
              <a:rPr lang="zh-CN" altLang="zh-CN" sz="2400" dirty="0">
                <a:solidFill>
                  <a:srgbClr val="003399"/>
                </a:solidFill>
                <a:latin typeface="楷体_GB2312" pitchFamily="49" charset="-122"/>
                <a:ea typeface="楷体_GB2312" pitchFamily="49" charset="-122"/>
              </a:rPr>
              <a:t>如果在每个非终结符的解析方法开头超前查看</a:t>
            </a:r>
            <a:r>
              <a:rPr lang="en-US" altLang="zh-CN" sz="2400" dirty="0">
                <a:solidFill>
                  <a:srgbClr val="003399"/>
                </a:solidFill>
                <a:latin typeface="楷体_GB2312" pitchFamily="49" charset="-122"/>
                <a:ea typeface="楷体_GB2312" pitchFamily="49" charset="-122"/>
              </a:rPr>
              <a:t>k</a:t>
            </a:r>
            <a:r>
              <a:rPr lang="zh-CN" altLang="zh-CN" sz="2400" dirty="0">
                <a:solidFill>
                  <a:srgbClr val="003399"/>
                </a:solidFill>
                <a:latin typeface="楷体_GB2312" pitchFamily="49" charset="-122"/>
                <a:ea typeface="楷体_GB2312" pitchFamily="49" charset="-122"/>
              </a:rPr>
              <a:t>个字符不能决定采用哪个产生式，那这个文法就不能用递归下降的方法来解析</a:t>
            </a:r>
            <a:endParaRPr lang="zh-CN" altLang="en-US" sz="2400" dirty="0">
              <a:solidFill>
                <a:srgbClr val="003399"/>
              </a:solidFill>
              <a:latin typeface="楷体_GB2312" pitchFamily="49" charset="-122"/>
              <a:ea typeface="楷体_GB2312" pitchFamily="49"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灯片编号占位符 1"/>
          <p:cNvSpPr>
            <a:spLocks noGrp="1"/>
          </p:cNvSpPr>
          <p:nvPr>
            <p:ph type="sldNum" sz="quarter" idx="10"/>
          </p:nvPr>
        </p:nvSpPr>
        <p:spPr>
          <a:ln/>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rgbClr val="009999"/>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5pPr>
          </a:lstStyle>
          <a:p>
            <a:pPr lvl="0" algn="r" eaLnBrk="1" hangingPunct="1">
              <a:buSzTx/>
            </a:pPr>
            <a:fld id="{9A0DB2DC-4C9A-4742-B13C-FB6460FD3503}" type="slidenum">
              <a:rPr lang="" altLang="en-US" sz="1200" b="1" i="1" dirty="0">
                <a:latin typeface="Arial Narrow" panose="020B0606020202030204" pitchFamily="34" charset="0"/>
              </a:rPr>
            </a:fld>
            <a:endParaRPr lang="" altLang="en-US" sz="1200" b="1" i="1" dirty="0">
              <a:latin typeface="Arial Narrow" panose="020B0606020202030204" pitchFamily="34" charset="0"/>
            </a:endParaRPr>
          </a:p>
        </p:txBody>
      </p:sp>
      <p:sp>
        <p:nvSpPr>
          <p:cNvPr id="19458" name="页脚占位符 2"/>
          <p:cNvSpPr>
            <a:spLocks noGrp="1"/>
          </p:cNvSpPr>
          <p:nvPr>
            <p:ph type="ftr" sz="quarter" idx="11"/>
          </p:nvPr>
        </p:nvSpPr>
        <p:spPr>
          <a:ln/>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rgbClr val="009999"/>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buClrTx/>
              <a:buFontTx/>
            </a:pPr>
            <a:r>
              <a:rPr lang="" altLang="zh-CN" sz="1200" b="1" i="1" dirty="0">
                <a:latin typeface="Arial Narrow" panose="020B0606020202030204" pitchFamily="34" charset="0"/>
              </a:rPr>
              <a:t>School of Computer Science, BUPT</a:t>
            </a:r>
            <a:endParaRPr lang="" altLang="en-US" sz="1200" b="1" i="1" dirty="0">
              <a:latin typeface="Arial Narrow" panose="020B0606020202030204" pitchFamily="34" charset="0"/>
            </a:endParaRPr>
          </a:p>
        </p:txBody>
      </p:sp>
      <p:graphicFrame>
        <p:nvGraphicFramePr>
          <p:cNvPr id="4" name="表格 3"/>
          <p:cNvGraphicFramePr>
            <a:graphicFrameLocks noGrp="1"/>
          </p:cNvGraphicFramePr>
          <p:nvPr/>
        </p:nvGraphicFramePr>
        <p:xfrm>
          <a:off x="539750" y="1270000"/>
          <a:ext cx="3960813" cy="3052763"/>
        </p:xfrm>
        <a:graphic>
          <a:graphicData uri="http://schemas.openxmlformats.org/drawingml/2006/table">
            <a:tbl>
              <a:tblPr/>
              <a:tblGrid>
                <a:gridCol w="3960812"/>
              </a:tblGrid>
              <a:tr h="3053080">
                <a:tc>
                  <a:txBody>
                    <a:bodyPr/>
                    <a:lstStyle>
                      <a:lvl1pPr>
                        <a:spcBef>
                          <a:spcPct val="20000"/>
                        </a:spcBef>
                        <a:buClr>
                          <a:schemeClr val="folHlink"/>
                        </a:buClr>
                        <a:buSzPct val="60000"/>
                        <a:buFont typeface="Wingdings" panose="05000000000000000000" pitchFamily="2" charset="2"/>
                        <a:defRPr kumimoji="1" sz="24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defRPr kumimoji="1" sz="20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defRPr kumimoji="1" sz="20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sz="20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sz="20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sz="20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sz="2000">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800" b="0" i="0" u="none" strike="noStrike" cap="none" normalizeH="0" baseline="0">
                          <a:ln>
                            <a:noFill/>
                          </a:ln>
                          <a:solidFill>
                            <a:srgbClr val="003399"/>
                          </a:solidFill>
                          <a:effectLst/>
                          <a:latin typeface="Arial Unicode MS" panose="020B0604020202020204" pitchFamily="34" charset="-122"/>
                          <a:ea typeface="Arial Unicode MS" panose="020B0604020202020204" pitchFamily="34" charset="-122"/>
                          <a:cs typeface="Arial Unicode MS" panose="020B0604020202020204" pitchFamily="34" charset="-122"/>
                        </a:rPr>
                        <a:t>G=({E,F},{id, *,/,(, )},P, E)</a:t>
                      </a:r>
                      <a:endParaRPr kumimoji="0" lang="en-US" altLang="zh-CN" sz="2800" b="0" i="0" u="none" strike="noStrike" cap="none" normalizeH="0" baseline="0">
                        <a:ln>
                          <a:noFill/>
                        </a:ln>
                        <a:solidFill>
                          <a:srgbClr val="003399"/>
                        </a:solidFill>
                        <a:effectLst/>
                        <a:latin typeface="Arial Unicode MS" panose="020B0604020202020204" pitchFamily="34" charset="-122"/>
                        <a:ea typeface="Arial Unicode MS" panose="020B0604020202020204" pitchFamily="34" charset="-122"/>
                        <a:cs typeface="Arial Unicode MS" panose="020B0604020202020204" pitchFamily="34"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800" b="0" i="0" u="none" strike="noStrike" cap="none" normalizeH="0" baseline="0">
                          <a:ln>
                            <a:noFill/>
                          </a:ln>
                          <a:solidFill>
                            <a:srgbClr val="009999"/>
                          </a:solidFill>
                          <a:effectLst/>
                          <a:latin typeface="Verdana" panose="020B0604030504040204" pitchFamily="34" charset="0"/>
                          <a:ea typeface="宋体" panose="02010600030101010101" pitchFamily="2" charset="-122"/>
                        </a:rPr>
                        <a:t>//id</a:t>
                      </a:r>
                      <a:r>
                        <a:rPr kumimoji="1" lang="zh-CN" altLang="en-US" sz="2800" b="0" i="0" u="none" strike="noStrike" cap="none" normalizeH="0" baseline="0">
                          <a:ln>
                            <a:noFill/>
                          </a:ln>
                          <a:solidFill>
                            <a:srgbClr val="009999"/>
                          </a:solidFill>
                          <a:effectLst/>
                          <a:latin typeface="Times New Roman" panose="02020603050405020304" pitchFamily="18" charset="0"/>
                          <a:ea typeface="MS Mincho" pitchFamily="49" charset="-128"/>
                        </a:rPr>
                        <a:t>是表示</a:t>
                      </a:r>
                      <a:r>
                        <a:rPr kumimoji="1" lang="zh-CN" altLang="en-US" sz="2800" b="0" i="0" u="none" strike="noStrike" cap="none" normalizeH="0" baseline="0">
                          <a:ln>
                            <a:noFill/>
                          </a:ln>
                          <a:solidFill>
                            <a:srgbClr val="009999"/>
                          </a:solidFill>
                          <a:effectLst/>
                          <a:latin typeface="Times New Roman" panose="02020603050405020304" pitchFamily="18" charset="0"/>
                          <a:ea typeface="宋体" panose="02010600030101010101" pitchFamily="2" charset="-122"/>
                        </a:rPr>
                        <a:t>变</a:t>
                      </a:r>
                      <a:r>
                        <a:rPr kumimoji="1" lang="zh-CN" altLang="en-US" sz="2800" b="0" i="0" u="none" strike="noStrike" cap="none" normalizeH="0" baseline="0">
                          <a:ln>
                            <a:noFill/>
                          </a:ln>
                          <a:solidFill>
                            <a:srgbClr val="009999"/>
                          </a:solidFill>
                          <a:effectLst/>
                          <a:latin typeface="Times New Roman" panose="02020603050405020304" pitchFamily="18" charset="0"/>
                          <a:ea typeface="MS Mincho" pitchFamily="49" charset="-128"/>
                        </a:rPr>
                        <a:t>量的</a:t>
                      </a:r>
                      <a:r>
                        <a:rPr kumimoji="1" lang="zh-CN" altLang="en-US" sz="2800" b="0" i="0" u="none" strike="noStrike" cap="none" normalizeH="0" baseline="0">
                          <a:ln>
                            <a:noFill/>
                          </a:ln>
                          <a:solidFill>
                            <a:srgbClr val="009999"/>
                          </a:solidFill>
                          <a:effectLst/>
                          <a:latin typeface="Times New Roman" panose="02020603050405020304" pitchFamily="18" charset="0"/>
                          <a:ea typeface="宋体" panose="02010600030101010101" pitchFamily="2" charset="-122"/>
                        </a:rPr>
                        <a:t>标识</a:t>
                      </a:r>
                      <a:r>
                        <a:rPr kumimoji="1" lang="zh-CN" altLang="en-US" sz="2800" b="0" i="0" u="none" strike="noStrike" cap="none" normalizeH="0" baseline="0">
                          <a:ln>
                            <a:noFill/>
                          </a:ln>
                          <a:solidFill>
                            <a:srgbClr val="009999"/>
                          </a:solidFill>
                          <a:effectLst/>
                          <a:latin typeface="Times New Roman" panose="02020603050405020304" pitchFamily="18" charset="0"/>
                          <a:ea typeface="MS Mincho" pitchFamily="49" charset="-128"/>
                        </a:rPr>
                        <a:t>符</a:t>
                      </a:r>
                      <a:endParaRPr kumimoji="1" lang="zh-CN" altLang="en-US" sz="6300" b="0" i="0" u="none" strike="noStrike" cap="none" normalizeH="0" baseline="0">
                        <a:ln>
                          <a:noFill/>
                        </a:ln>
                        <a:solidFill>
                          <a:srgbClr val="009999"/>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800" b="0" i="0" u="none" strike="noStrike" cap="none" normalizeH="0" baseline="0">
                          <a:ln>
                            <a:noFill/>
                          </a:ln>
                          <a:solidFill>
                            <a:srgbClr val="003399"/>
                          </a:solidFill>
                          <a:effectLst/>
                          <a:latin typeface="Arial Unicode MS" panose="020B0604020202020204" pitchFamily="34" charset="-122"/>
                          <a:ea typeface="Arial Unicode MS" panose="020B0604020202020204" pitchFamily="34" charset="-122"/>
                          <a:cs typeface="Arial Unicode MS" panose="020B0604020202020204" pitchFamily="34" charset="-122"/>
                        </a:rPr>
                        <a:t>E → F * F</a:t>
                      </a:r>
                      <a:br>
                        <a:rPr kumimoji="0" lang="en-US" altLang="zh-CN" sz="2800" b="0" i="0" u="none" strike="noStrike" cap="none" normalizeH="0" baseline="0">
                          <a:ln>
                            <a:noFill/>
                          </a:ln>
                          <a:solidFill>
                            <a:srgbClr val="003399"/>
                          </a:solidFill>
                          <a:effectLst/>
                          <a:latin typeface="Arial Unicode MS" panose="020B0604020202020204" pitchFamily="34" charset="-122"/>
                          <a:ea typeface="Arial Unicode MS" panose="020B0604020202020204" pitchFamily="34" charset="-122"/>
                          <a:cs typeface="Arial Unicode MS" panose="020B0604020202020204" pitchFamily="34" charset="-122"/>
                        </a:rPr>
                      </a:br>
                      <a:r>
                        <a:rPr kumimoji="0" lang="en-US" altLang="zh-CN" sz="2800" b="0" i="0" u="none" strike="noStrike" cap="none" normalizeH="0" baseline="0">
                          <a:ln>
                            <a:noFill/>
                          </a:ln>
                          <a:solidFill>
                            <a:srgbClr val="003399"/>
                          </a:solidFill>
                          <a:effectLst/>
                          <a:latin typeface="Arial Unicode MS" panose="020B0604020202020204" pitchFamily="34" charset="-122"/>
                          <a:ea typeface="Arial Unicode MS" panose="020B0604020202020204" pitchFamily="34" charset="-122"/>
                          <a:cs typeface="Arial Unicode MS" panose="020B0604020202020204" pitchFamily="34" charset="-122"/>
                        </a:rPr>
                        <a:t>E → F / F</a:t>
                      </a:r>
                      <a:endParaRPr kumimoji="0" lang="zh-CN" altLang="zh-CN" sz="2800" b="0" i="0" u="none" strike="noStrike" cap="none" normalizeH="0" baseline="0">
                        <a:ln>
                          <a:noFill/>
                        </a:ln>
                        <a:solidFill>
                          <a:srgbClr val="003399"/>
                        </a:solidFill>
                        <a:effectLst/>
                        <a:latin typeface="Arial Unicode MS" panose="020B0604020202020204" pitchFamily="34" charset="-122"/>
                        <a:ea typeface="Arial Unicode MS" panose="020B0604020202020204" pitchFamily="34" charset="-122"/>
                        <a:cs typeface="Arial Unicode MS" panose="020B0604020202020204" pitchFamily="34"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800" b="0" i="0" u="none" strike="noStrike" cap="none" normalizeH="0" baseline="0">
                          <a:ln>
                            <a:noFill/>
                          </a:ln>
                          <a:solidFill>
                            <a:srgbClr val="003399"/>
                          </a:solidFill>
                          <a:effectLst/>
                          <a:latin typeface="Arial Unicode MS" panose="020B0604020202020204" pitchFamily="34" charset="-122"/>
                          <a:ea typeface="Arial Unicode MS" panose="020B0604020202020204" pitchFamily="34" charset="-122"/>
                          <a:cs typeface="Arial Unicode MS" panose="020B0604020202020204" pitchFamily="34" charset="-122"/>
                        </a:rPr>
                        <a:t>F → id</a:t>
                      </a:r>
                      <a:br>
                        <a:rPr kumimoji="0" lang="en-US" altLang="zh-CN" sz="2800" b="0" i="0" u="none" strike="noStrike" cap="none" normalizeH="0" baseline="0">
                          <a:ln>
                            <a:noFill/>
                          </a:ln>
                          <a:solidFill>
                            <a:srgbClr val="003399"/>
                          </a:solidFill>
                          <a:effectLst/>
                          <a:latin typeface="Arial Unicode MS" panose="020B0604020202020204" pitchFamily="34" charset="-122"/>
                          <a:ea typeface="Arial Unicode MS" panose="020B0604020202020204" pitchFamily="34" charset="-122"/>
                          <a:cs typeface="Arial Unicode MS" panose="020B0604020202020204" pitchFamily="34" charset="-122"/>
                        </a:rPr>
                      </a:br>
                      <a:r>
                        <a:rPr kumimoji="0" lang="en-US" altLang="zh-CN" sz="2800" b="0" i="0" u="none" strike="noStrike" cap="none" normalizeH="0" baseline="0">
                          <a:ln>
                            <a:noFill/>
                          </a:ln>
                          <a:solidFill>
                            <a:srgbClr val="003399"/>
                          </a:solidFill>
                          <a:effectLst/>
                          <a:latin typeface="Arial Unicode MS" panose="020B0604020202020204" pitchFamily="34" charset="-122"/>
                          <a:ea typeface="Arial Unicode MS" panose="020B0604020202020204" pitchFamily="34" charset="-122"/>
                          <a:cs typeface="Arial Unicode MS" panose="020B0604020202020204" pitchFamily="34" charset="-122"/>
                        </a:rPr>
                        <a:t>F → ( E )</a:t>
                      </a:r>
                      <a:endParaRPr kumimoji="0" lang="zh-CN" altLang="zh-CN" sz="2800" b="0" i="0" u="none" strike="noStrike" cap="none" normalizeH="0" baseline="0">
                        <a:ln>
                          <a:noFill/>
                        </a:ln>
                        <a:solidFill>
                          <a:srgbClr val="003399"/>
                        </a:solidFill>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28575" marR="28575" marT="33203" marB="33203"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r>
            </a:tbl>
          </a:graphicData>
        </a:graphic>
      </p:graphicFrame>
      <p:sp>
        <p:nvSpPr>
          <p:cNvPr id="19465" name="矩形 4"/>
          <p:cNvSpPr/>
          <p:nvPr/>
        </p:nvSpPr>
        <p:spPr>
          <a:xfrm>
            <a:off x="1042988" y="692150"/>
            <a:ext cx="649287" cy="585788"/>
          </a:xfrm>
          <a:prstGeom prst="rect">
            <a:avLst/>
          </a:prstGeom>
          <a:noFill/>
          <a:ln w="9525">
            <a:noFill/>
          </a:ln>
        </p:spPr>
        <p:txBody>
          <a:bodyPr anchor="t" anchorCtr="0">
            <a:spAutoFit/>
          </a:bodyPr>
          <a:p>
            <a:pPr eaLnBrk="0" hangingPunct="0"/>
            <a:r>
              <a:rPr lang="zh-CN" altLang="en-US" sz="3200" b="1" dirty="0">
                <a:solidFill>
                  <a:srgbClr val="660066"/>
                </a:solidFill>
                <a:latin typeface="楷体_GB2312" pitchFamily="49" charset="-122"/>
                <a:ea typeface="Arial Unicode MS" panose="020B0604020202020204" pitchFamily="34" charset="-122"/>
              </a:rPr>
              <a:t>例</a:t>
            </a:r>
            <a:endParaRPr lang="zh-CN" altLang="en-US" sz="3200" b="1" dirty="0">
              <a:solidFill>
                <a:srgbClr val="660066"/>
              </a:solidFill>
              <a:latin typeface="楷体_GB2312" pitchFamily="49" charset="-122"/>
              <a:ea typeface="Arial Unicode MS" panose="020B0604020202020204" pitchFamily="34" charset="-122"/>
            </a:endParaRPr>
          </a:p>
        </p:txBody>
      </p:sp>
      <p:sp>
        <p:nvSpPr>
          <p:cNvPr id="19466" name="Rectangle 1"/>
          <p:cNvSpPr/>
          <p:nvPr/>
        </p:nvSpPr>
        <p:spPr>
          <a:xfrm>
            <a:off x="284163" y="4175125"/>
            <a:ext cx="4249737" cy="2247900"/>
          </a:xfrm>
          <a:prstGeom prst="rect">
            <a:avLst/>
          </a:prstGeom>
          <a:noFill/>
          <a:ln w="9525">
            <a:noFill/>
          </a:ln>
        </p:spPr>
        <p:txBody>
          <a:bodyPr anchor="ctr" anchorCtr="0">
            <a:spAutoFit/>
          </a:bodyPr>
          <a:p>
            <a:pPr eaLnBrk="0" hangingPunct="0"/>
            <a:r>
              <a:rPr lang="zh-CN" altLang="en-US" sz="2000" dirty="0">
                <a:solidFill>
                  <a:srgbClr val="660066"/>
                </a:solidFill>
                <a:latin typeface="楷体_GB2312" pitchFamily="49" charset="-122"/>
                <a:ea typeface="楷体_GB2312" pitchFamily="49" charset="-122"/>
              </a:rPr>
              <a:t>当编写非终结符</a:t>
            </a:r>
            <a:r>
              <a:rPr lang="en-US" altLang="zh-CN" sz="2000" dirty="0">
                <a:solidFill>
                  <a:srgbClr val="660066"/>
                </a:solidFill>
                <a:latin typeface="楷体_GB2312" pitchFamily="49" charset="-122"/>
                <a:ea typeface="楷体_GB2312" pitchFamily="49" charset="-122"/>
              </a:rPr>
              <a:t>E</a:t>
            </a:r>
            <a:r>
              <a:rPr lang="zh-CN" altLang="en-US" sz="2000" dirty="0">
                <a:solidFill>
                  <a:srgbClr val="660066"/>
                </a:solidFill>
                <a:latin typeface="楷体_GB2312" pitchFamily="49" charset="-122"/>
                <a:ea typeface="楷体_GB2312" pitchFamily="49" charset="-122"/>
              </a:rPr>
              <a:t>的解析方法时，需要在两个</a:t>
            </a:r>
            <a:r>
              <a:rPr lang="en-US" altLang="zh-CN" sz="2000" dirty="0">
                <a:solidFill>
                  <a:srgbClr val="660066"/>
                </a:solidFill>
                <a:latin typeface="楷体_GB2312" pitchFamily="49" charset="-122"/>
                <a:ea typeface="楷体_GB2312" pitchFamily="49" charset="-122"/>
              </a:rPr>
              <a:t>E</a:t>
            </a:r>
            <a:r>
              <a:rPr lang="zh-CN" altLang="en-US" sz="2000" dirty="0">
                <a:solidFill>
                  <a:srgbClr val="660066"/>
                </a:solidFill>
                <a:latin typeface="楷体_GB2312" pitchFamily="49" charset="-122"/>
                <a:ea typeface="楷体_GB2312" pitchFamily="49" charset="-122"/>
              </a:rPr>
              <a:t>产生式中进行分支预测。</a:t>
            </a:r>
            <a:endParaRPr lang="en-US" altLang="zh-CN" sz="2000" dirty="0">
              <a:solidFill>
                <a:srgbClr val="660066"/>
              </a:solidFill>
              <a:latin typeface="楷体_GB2312" pitchFamily="49" charset="-122"/>
              <a:ea typeface="楷体_GB2312" pitchFamily="49" charset="-122"/>
            </a:endParaRPr>
          </a:p>
          <a:p>
            <a:pPr eaLnBrk="0" hangingPunct="0"/>
            <a:r>
              <a:rPr lang="zh-CN" altLang="en-US" sz="2000" dirty="0">
                <a:solidFill>
                  <a:srgbClr val="660066"/>
                </a:solidFill>
                <a:latin typeface="楷体_GB2312" pitchFamily="49" charset="-122"/>
                <a:ea typeface="楷体_GB2312" pitchFamily="49" charset="-122"/>
              </a:rPr>
              <a:t>两个</a:t>
            </a:r>
            <a:r>
              <a:rPr lang="en-US" altLang="zh-CN" sz="2000" dirty="0">
                <a:solidFill>
                  <a:srgbClr val="660066"/>
                </a:solidFill>
                <a:latin typeface="楷体_GB2312" pitchFamily="49" charset="-122"/>
                <a:ea typeface="楷体_GB2312" pitchFamily="49" charset="-122"/>
              </a:rPr>
              <a:t>E</a:t>
            </a:r>
            <a:r>
              <a:rPr lang="zh-CN" altLang="en-US" sz="2000" dirty="0">
                <a:solidFill>
                  <a:srgbClr val="660066"/>
                </a:solidFill>
                <a:latin typeface="楷体_GB2312" pitchFamily="49" charset="-122"/>
                <a:ea typeface="楷体_GB2312" pitchFamily="49" charset="-122"/>
              </a:rPr>
              <a:t>产生式都以</a:t>
            </a:r>
            <a:r>
              <a:rPr lang="en-US" altLang="zh-CN" sz="2000" dirty="0">
                <a:solidFill>
                  <a:srgbClr val="660066"/>
                </a:solidFill>
                <a:latin typeface="楷体_GB2312" pitchFamily="49" charset="-122"/>
                <a:ea typeface="楷体_GB2312" pitchFamily="49" charset="-122"/>
              </a:rPr>
              <a:t>F</a:t>
            </a:r>
            <a:r>
              <a:rPr lang="zh-CN" altLang="en-US" sz="2000" dirty="0">
                <a:solidFill>
                  <a:srgbClr val="660066"/>
                </a:solidFill>
                <a:latin typeface="楷体_GB2312" pitchFamily="49" charset="-122"/>
                <a:ea typeface="楷体_GB2312" pitchFamily="49" charset="-122"/>
              </a:rPr>
              <a:t>开头，</a:t>
            </a:r>
            <a:r>
              <a:rPr lang="en-US" altLang="zh-CN" sz="2000" dirty="0">
                <a:solidFill>
                  <a:srgbClr val="660066"/>
                </a:solidFill>
                <a:latin typeface="楷体_GB2312" pitchFamily="49" charset="-122"/>
                <a:ea typeface="楷体_GB2312" pitchFamily="49" charset="-122"/>
              </a:rPr>
              <a:t>F</a:t>
            </a:r>
            <a:r>
              <a:rPr lang="zh-CN" altLang="en-US" sz="2000" dirty="0">
                <a:solidFill>
                  <a:srgbClr val="660066"/>
                </a:solidFill>
                <a:latin typeface="楷体_GB2312" pitchFamily="49" charset="-122"/>
                <a:ea typeface="楷体_GB2312" pitchFamily="49" charset="-122"/>
              </a:rPr>
              <a:t>本身又可能是任意长的表达式，</a:t>
            </a:r>
            <a:endParaRPr lang="en-US" altLang="zh-CN" sz="2000" dirty="0">
              <a:solidFill>
                <a:srgbClr val="660066"/>
              </a:solidFill>
              <a:latin typeface="楷体_GB2312" pitchFamily="49" charset="-122"/>
              <a:ea typeface="楷体_GB2312" pitchFamily="49" charset="-122"/>
            </a:endParaRPr>
          </a:p>
          <a:p>
            <a:pPr eaLnBrk="0" hangingPunct="0"/>
            <a:r>
              <a:rPr lang="zh-CN" altLang="en-US" sz="2000" dirty="0">
                <a:solidFill>
                  <a:srgbClr val="660066"/>
                </a:solidFill>
                <a:latin typeface="楷体_GB2312" pitchFamily="49" charset="-122"/>
                <a:ea typeface="楷体_GB2312" pitchFamily="49" charset="-122"/>
              </a:rPr>
              <a:t>无论超前查看多少字符，都无法判定到底应该用乘号的产生式还是除号的产生式。</a:t>
            </a:r>
            <a:endParaRPr lang="en-US" altLang="zh-CN" sz="2000" dirty="0">
              <a:solidFill>
                <a:srgbClr val="660066"/>
              </a:solidFill>
              <a:latin typeface="楷体_GB2312" pitchFamily="49" charset="-122"/>
              <a:ea typeface="楷体_GB2312" pitchFamily="49" charset="-122"/>
            </a:endParaRPr>
          </a:p>
        </p:txBody>
      </p:sp>
      <p:graphicFrame>
        <p:nvGraphicFramePr>
          <p:cNvPr id="7" name="表格 6"/>
          <p:cNvGraphicFramePr>
            <a:graphicFrameLocks noGrp="1"/>
          </p:cNvGraphicFramePr>
          <p:nvPr/>
        </p:nvGraphicFramePr>
        <p:xfrm>
          <a:off x="4738688" y="1268413"/>
          <a:ext cx="4249738" cy="4194175"/>
        </p:xfrm>
        <a:graphic>
          <a:graphicData uri="http://schemas.openxmlformats.org/drawingml/2006/table">
            <a:tbl>
              <a:tblPr/>
              <a:tblGrid>
                <a:gridCol w="4249738"/>
              </a:tblGrid>
              <a:tr h="3349625">
                <a:tc>
                  <a:txBody>
                    <a:bodyPr/>
                    <a:lstStyle>
                      <a:lvl1pPr>
                        <a:spcBef>
                          <a:spcPct val="20000"/>
                        </a:spcBef>
                        <a:buClr>
                          <a:schemeClr val="folHlink"/>
                        </a:buClr>
                        <a:buSzPct val="60000"/>
                        <a:buFont typeface="Wingdings" panose="05000000000000000000" pitchFamily="2" charset="2"/>
                        <a:defRPr kumimoji="1" sz="2400" b="1">
                          <a:solidFill>
                            <a:schemeClr val="tx1"/>
                          </a:solidFill>
                          <a:latin typeface="Times New Roman" panose="02020603050405020304" pitchFamily="18" charset="0"/>
                          <a:ea typeface="楷体_GB2312" pitchFamily="49"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Times New Roman" panose="02020603050405020304" pitchFamily="18" charset="0"/>
                          <a:ea typeface="楷体_GB2312" pitchFamily="49"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Times New Roman" panose="02020603050405020304" pitchFamily="18" charset="0"/>
                          <a:ea typeface="楷体_GB2312" pitchFamily="49" charset="-122"/>
                        </a:defRPr>
                      </a:lvl3pPr>
                      <a:lvl4pPr marL="1600200" indent="-228600">
                        <a:spcBef>
                          <a:spcPct val="20000"/>
                        </a:spcBef>
                        <a:buClr>
                          <a:schemeClr val="accent2"/>
                        </a:buClr>
                        <a:buSzPct val="55000"/>
                        <a:buFont typeface="Wingdings" panose="05000000000000000000" pitchFamily="2" charset="2"/>
                        <a:defRPr kumimoji="1" sz="2000">
                          <a:solidFill>
                            <a:schemeClr val="tx1"/>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defRPr kumimoji="1" sz="2000">
                          <a:solidFill>
                            <a:schemeClr val="tx1"/>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sz="2000">
                          <a:solidFill>
                            <a:schemeClr val="tx1"/>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sz="2000">
                          <a:solidFill>
                            <a:schemeClr val="tx1"/>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sz="2000">
                          <a:solidFill>
                            <a:schemeClr val="tx1"/>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sz="2000">
                          <a:solidFill>
                            <a:schemeClr val="tx1"/>
                          </a:solidFill>
                          <a:latin typeface="Times New Roman" panose="02020603050405020304" pitchFamily="18" charset="0"/>
                          <a:ea typeface="楷体_GB2312"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700" b="0" i="0" u="none" strike="noStrike" cap="none" normalizeH="0" baseline="0" dirty="0">
                          <a:ln>
                            <a:noFill/>
                          </a:ln>
                          <a:solidFill>
                            <a:srgbClr val="003399"/>
                          </a:solidFill>
                          <a:effectLst/>
                          <a:latin typeface="Arial Unicode MS" panose="020B0604020202020204" pitchFamily="34" charset="-122"/>
                          <a:ea typeface="Arial Unicode MS" panose="020B0604020202020204" pitchFamily="34" charset="-122"/>
                          <a:cs typeface="Arial Unicode MS" panose="020B0604020202020204" pitchFamily="34" charset="-122"/>
                        </a:rPr>
                        <a:t>G=({E,F,G},{id, *,/,(, )},P, E)</a:t>
                      </a:r>
                      <a:endParaRPr kumimoji="0" lang="en-US" altLang="zh-CN" sz="2700" b="0" i="0" u="none" strike="noStrike" cap="none" normalizeH="0" baseline="0" dirty="0">
                        <a:ln>
                          <a:noFill/>
                        </a:ln>
                        <a:solidFill>
                          <a:srgbClr val="003399"/>
                        </a:solidFill>
                        <a:effectLst/>
                        <a:latin typeface="Arial Unicode MS" panose="020B0604020202020204" pitchFamily="34" charset="-122"/>
                        <a:ea typeface="Arial Unicode MS" panose="020B0604020202020204" pitchFamily="34" charset="-122"/>
                        <a:cs typeface="Arial Unicode MS" panose="020B0604020202020204" pitchFamily="34"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700" b="0" i="0" u="none" strike="noStrike" cap="none" normalizeH="0" baseline="0" dirty="0">
                          <a:ln>
                            <a:noFill/>
                          </a:ln>
                          <a:solidFill>
                            <a:srgbClr val="009999"/>
                          </a:solidFill>
                          <a:effectLst/>
                          <a:latin typeface="Verdana" panose="020B0604030504040204" pitchFamily="34" charset="0"/>
                          <a:ea typeface="宋体" panose="02010600030101010101" pitchFamily="2" charset="-122"/>
                        </a:rPr>
                        <a:t>//id</a:t>
                      </a:r>
                      <a:r>
                        <a:rPr kumimoji="1" lang="zh-CN" altLang="en-US" sz="2700" b="0" i="0" u="none" strike="noStrike" cap="none" normalizeH="0" baseline="0" dirty="0">
                          <a:ln>
                            <a:noFill/>
                          </a:ln>
                          <a:solidFill>
                            <a:srgbClr val="009999"/>
                          </a:solidFill>
                          <a:effectLst/>
                          <a:latin typeface="Times New Roman" panose="02020603050405020304" pitchFamily="18" charset="0"/>
                          <a:ea typeface="MS Mincho" pitchFamily="49" charset="-128"/>
                        </a:rPr>
                        <a:t>是表示</a:t>
                      </a:r>
                      <a:r>
                        <a:rPr kumimoji="1" lang="zh-CN" altLang="en-US" sz="2700" b="0" i="0" u="none" strike="noStrike" cap="none" normalizeH="0" baseline="0" dirty="0">
                          <a:ln>
                            <a:noFill/>
                          </a:ln>
                          <a:solidFill>
                            <a:srgbClr val="009999"/>
                          </a:solidFill>
                          <a:effectLst/>
                          <a:latin typeface="Times New Roman" panose="02020603050405020304" pitchFamily="18" charset="0"/>
                          <a:ea typeface="宋体" panose="02010600030101010101" pitchFamily="2" charset="-122"/>
                        </a:rPr>
                        <a:t>变</a:t>
                      </a:r>
                      <a:r>
                        <a:rPr kumimoji="1" lang="zh-CN" altLang="en-US" sz="2700" b="0" i="0" u="none" strike="noStrike" cap="none" normalizeH="0" baseline="0" dirty="0">
                          <a:ln>
                            <a:noFill/>
                          </a:ln>
                          <a:solidFill>
                            <a:srgbClr val="009999"/>
                          </a:solidFill>
                          <a:effectLst/>
                          <a:latin typeface="Times New Roman" panose="02020603050405020304" pitchFamily="18" charset="0"/>
                          <a:ea typeface="MS Mincho" pitchFamily="49" charset="-128"/>
                        </a:rPr>
                        <a:t>量的</a:t>
                      </a:r>
                      <a:r>
                        <a:rPr kumimoji="1" lang="zh-CN" altLang="en-US" sz="2700" b="0" i="0" u="none" strike="noStrike" cap="none" normalizeH="0" baseline="0" dirty="0">
                          <a:ln>
                            <a:noFill/>
                          </a:ln>
                          <a:solidFill>
                            <a:srgbClr val="009999"/>
                          </a:solidFill>
                          <a:effectLst/>
                          <a:latin typeface="Times New Roman" panose="02020603050405020304" pitchFamily="18" charset="0"/>
                          <a:ea typeface="宋体" panose="02010600030101010101" pitchFamily="2" charset="-122"/>
                        </a:rPr>
                        <a:t>标识</a:t>
                      </a:r>
                      <a:r>
                        <a:rPr kumimoji="1" lang="zh-CN" altLang="en-US" sz="2700" b="0" i="0" u="none" strike="noStrike" cap="none" normalizeH="0" baseline="0" dirty="0">
                          <a:ln>
                            <a:noFill/>
                          </a:ln>
                          <a:solidFill>
                            <a:srgbClr val="009999"/>
                          </a:solidFill>
                          <a:effectLst/>
                          <a:latin typeface="Times New Roman" panose="02020603050405020304" pitchFamily="18" charset="0"/>
                          <a:ea typeface="MS Mincho" pitchFamily="49" charset="-128"/>
                        </a:rPr>
                        <a:t>符</a:t>
                      </a:r>
                      <a:endParaRPr kumimoji="1" lang="zh-CN" altLang="en-US" sz="6100" b="0" i="0" u="none" strike="noStrike" cap="none" normalizeH="0" baseline="0" dirty="0">
                        <a:ln>
                          <a:noFill/>
                        </a:ln>
                        <a:solidFill>
                          <a:srgbClr val="009999"/>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700" b="0" i="0" u="none" strike="noStrike" cap="none" normalizeH="0" baseline="0" dirty="0">
                          <a:ln>
                            <a:noFill/>
                          </a:ln>
                          <a:solidFill>
                            <a:srgbClr val="003399"/>
                          </a:solidFill>
                          <a:effectLst/>
                          <a:latin typeface="Arial Unicode MS" panose="020B0604020202020204" pitchFamily="34" charset="-122"/>
                          <a:ea typeface="Arial Unicode MS" panose="020B0604020202020204" pitchFamily="34" charset="-122"/>
                          <a:cs typeface="Arial Unicode MS" panose="020B0604020202020204" pitchFamily="34" charset="-122"/>
                        </a:rPr>
                        <a:t>E → </a:t>
                      </a:r>
                      <a:r>
                        <a:rPr kumimoji="0" lang="en-US" altLang="zh-CN" sz="2700" b="0" i="0" u="none" strike="noStrike" cap="none" normalizeH="0" baseline="0" dirty="0" err="1">
                          <a:ln>
                            <a:noFill/>
                          </a:ln>
                          <a:solidFill>
                            <a:srgbClr val="003399"/>
                          </a:solidFill>
                          <a:effectLst/>
                          <a:latin typeface="Arial Unicode MS" panose="020B0604020202020204" pitchFamily="34" charset="-122"/>
                          <a:ea typeface="Arial Unicode MS" panose="020B0604020202020204" pitchFamily="34" charset="-122"/>
                          <a:cs typeface="Arial Unicode MS" panose="020B0604020202020204" pitchFamily="34" charset="-122"/>
                        </a:rPr>
                        <a:t>idG</a:t>
                      </a:r>
                      <a:endParaRPr kumimoji="0" lang="zh-CN" altLang="zh-CN" sz="2700" b="0" i="0" u="none" strike="noStrike" cap="none" normalizeH="0" baseline="0" dirty="0">
                        <a:ln>
                          <a:noFill/>
                        </a:ln>
                        <a:solidFill>
                          <a:srgbClr val="003399"/>
                        </a:solidFill>
                        <a:effectLst/>
                        <a:latin typeface="Arial Unicode MS" panose="020B0604020202020204" pitchFamily="34" charset="-122"/>
                        <a:ea typeface="Arial Unicode MS" panose="020B0604020202020204" pitchFamily="34" charset="-122"/>
                        <a:cs typeface="Arial Unicode MS" panose="020B0604020202020204" pitchFamily="34"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700" b="0" i="0" u="none" strike="noStrike" cap="none" normalizeH="0" baseline="0" dirty="0">
                          <a:ln>
                            <a:noFill/>
                          </a:ln>
                          <a:solidFill>
                            <a:srgbClr val="003399"/>
                          </a:solidFill>
                          <a:effectLst/>
                          <a:latin typeface="Arial Unicode MS" panose="020B0604020202020204" pitchFamily="34" charset="-122"/>
                          <a:ea typeface="Arial Unicode MS" panose="020B0604020202020204" pitchFamily="34" charset="-122"/>
                          <a:cs typeface="Arial Unicode MS" panose="020B0604020202020204" pitchFamily="34" charset="-122"/>
                        </a:rPr>
                        <a:t>E → (EHG </a:t>
                      </a:r>
                      <a:endParaRPr kumimoji="0" lang="zh-CN" altLang="zh-CN" sz="2700" b="0" i="0" u="none" strike="noStrike" cap="none" normalizeH="0" baseline="0" dirty="0">
                        <a:ln>
                          <a:noFill/>
                        </a:ln>
                        <a:solidFill>
                          <a:srgbClr val="003399"/>
                        </a:solidFill>
                        <a:effectLst/>
                        <a:latin typeface="Arial Unicode MS" panose="020B0604020202020204" pitchFamily="34" charset="-122"/>
                        <a:ea typeface="Arial Unicode MS" panose="020B0604020202020204" pitchFamily="34" charset="-122"/>
                        <a:cs typeface="Arial Unicode MS" panose="020B0604020202020204" pitchFamily="34"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700" b="0" i="0" u="none" strike="noStrike" cap="none" normalizeH="0" baseline="0" dirty="0">
                          <a:ln>
                            <a:noFill/>
                          </a:ln>
                          <a:solidFill>
                            <a:srgbClr val="003399"/>
                          </a:solidFill>
                          <a:effectLst/>
                          <a:latin typeface="Arial Unicode MS" panose="020B0604020202020204" pitchFamily="34" charset="-122"/>
                          <a:ea typeface="Arial Unicode MS" panose="020B0604020202020204" pitchFamily="34" charset="-122"/>
                          <a:cs typeface="Arial Unicode MS" panose="020B0604020202020204" pitchFamily="34" charset="-122"/>
                        </a:rPr>
                        <a:t>G → * F</a:t>
                      </a:r>
                      <a:br>
                        <a:rPr kumimoji="0" lang="en-US" altLang="zh-CN" sz="2700" b="0" i="0" u="none" strike="noStrike" cap="none" normalizeH="0" baseline="0" dirty="0">
                          <a:ln>
                            <a:noFill/>
                          </a:ln>
                          <a:solidFill>
                            <a:srgbClr val="003399"/>
                          </a:solidFill>
                          <a:effectLst/>
                          <a:latin typeface="Arial Unicode MS" panose="020B0604020202020204" pitchFamily="34" charset="-122"/>
                          <a:ea typeface="Arial Unicode MS" panose="020B0604020202020204" pitchFamily="34" charset="-122"/>
                          <a:cs typeface="Arial Unicode MS" panose="020B0604020202020204" pitchFamily="34" charset="-122"/>
                        </a:rPr>
                      </a:br>
                      <a:r>
                        <a:rPr kumimoji="0" lang="en-US" altLang="zh-CN" sz="2700" b="0" i="0" u="none" strike="noStrike" cap="none" normalizeH="0" baseline="0" dirty="0">
                          <a:ln>
                            <a:noFill/>
                          </a:ln>
                          <a:solidFill>
                            <a:srgbClr val="003399"/>
                          </a:solidFill>
                          <a:effectLst/>
                          <a:latin typeface="Arial Unicode MS" panose="020B0604020202020204" pitchFamily="34" charset="-122"/>
                          <a:ea typeface="Arial Unicode MS" panose="020B0604020202020204" pitchFamily="34" charset="-122"/>
                          <a:cs typeface="Arial Unicode MS" panose="020B0604020202020204" pitchFamily="34" charset="-122"/>
                        </a:rPr>
                        <a:t>G → / F</a:t>
                      </a:r>
                      <a:endParaRPr kumimoji="0" lang="zh-CN" altLang="zh-CN" sz="2700" b="0" i="0" u="none" strike="noStrike" cap="none" normalizeH="0" baseline="0" dirty="0">
                        <a:ln>
                          <a:noFill/>
                        </a:ln>
                        <a:solidFill>
                          <a:srgbClr val="003399"/>
                        </a:solidFill>
                        <a:effectLst/>
                        <a:latin typeface="Arial Unicode MS" panose="020B0604020202020204" pitchFamily="34" charset="-122"/>
                        <a:ea typeface="Arial Unicode MS" panose="020B0604020202020204" pitchFamily="34" charset="-122"/>
                        <a:cs typeface="Arial Unicode MS" panose="020B0604020202020204" pitchFamily="34"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700" b="0" i="0" u="none" strike="noStrike" cap="none" normalizeH="0" baseline="0" dirty="0">
                          <a:ln>
                            <a:noFill/>
                          </a:ln>
                          <a:solidFill>
                            <a:srgbClr val="003399"/>
                          </a:solidFill>
                          <a:effectLst/>
                          <a:latin typeface="Arial Unicode MS" panose="020B0604020202020204" pitchFamily="34" charset="-122"/>
                          <a:ea typeface="Arial Unicode MS" panose="020B0604020202020204" pitchFamily="34" charset="-122"/>
                          <a:cs typeface="Arial Unicode MS" panose="020B0604020202020204" pitchFamily="34" charset="-122"/>
                        </a:rPr>
                        <a:t>F → id</a:t>
                      </a:r>
                      <a:br>
                        <a:rPr kumimoji="0" lang="en-US" altLang="zh-CN" sz="2700" b="0" i="0" u="none" strike="noStrike" cap="none" normalizeH="0" baseline="0" dirty="0">
                          <a:ln>
                            <a:noFill/>
                          </a:ln>
                          <a:solidFill>
                            <a:srgbClr val="003399"/>
                          </a:solidFill>
                          <a:effectLst/>
                          <a:latin typeface="Arial Unicode MS" panose="020B0604020202020204" pitchFamily="34" charset="-122"/>
                          <a:ea typeface="Arial Unicode MS" panose="020B0604020202020204" pitchFamily="34" charset="-122"/>
                          <a:cs typeface="Arial Unicode MS" panose="020B0604020202020204" pitchFamily="34" charset="-122"/>
                        </a:rPr>
                      </a:br>
                      <a:r>
                        <a:rPr kumimoji="0" lang="en-US" altLang="zh-CN" sz="2700" b="0" i="0" u="none" strike="noStrike" cap="none" normalizeH="0" baseline="0" dirty="0">
                          <a:ln>
                            <a:noFill/>
                          </a:ln>
                          <a:solidFill>
                            <a:srgbClr val="003399"/>
                          </a:solidFill>
                          <a:effectLst/>
                          <a:latin typeface="Arial Unicode MS" panose="020B0604020202020204" pitchFamily="34" charset="-122"/>
                          <a:ea typeface="Arial Unicode MS" panose="020B0604020202020204" pitchFamily="34" charset="-122"/>
                          <a:cs typeface="Arial Unicode MS" panose="020B0604020202020204" pitchFamily="34" charset="-122"/>
                        </a:rPr>
                        <a:t>F → ( E H</a:t>
                      </a:r>
                      <a:endParaRPr kumimoji="0" lang="en-US" altLang="zh-CN" sz="2700" b="0" i="0" u="none" strike="noStrike" cap="none" normalizeH="0" baseline="0" dirty="0">
                        <a:ln>
                          <a:noFill/>
                        </a:ln>
                        <a:solidFill>
                          <a:srgbClr val="003399"/>
                        </a:solidFill>
                        <a:effectLst/>
                        <a:latin typeface="Arial Unicode MS" panose="020B0604020202020204" pitchFamily="34" charset="-122"/>
                        <a:ea typeface="Arial Unicode MS" panose="020B0604020202020204" pitchFamily="34" charset="-122"/>
                        <a:cs typeface="Arial Unicode MS" panose="020B0604020202020204" pitchFamily="34"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0" lang="en-US" altLang="zh-CN" sz="2700" b="0" i="0" u="none" strike="noStrike" cap="none" normalizeH="0" baseline="0" dirty="0">
                          <a:ln>
                            <a:noFill/>
                          </a:ln>
                          <a:solidFill>
                            <a:srgbClr val="003399"/>
                          </a:solidFill>
                          <a:effectLst/>
                          <a:latin typeface="Arial Unicode MS" panose="020B0604020202020204" pitchFamily="34" charset="-122"/>
                          <a:ea typeface="Arial Unicode MS" panose="020B0604020202020204" pitchFamily="34" charset="-122"/>
                          <a:cs typeface="Arial Unicode MS" panose="020B0604020202020204" pitchFamily="34" charset="-122"/>
                        </a:rPr>
                        <a:t>H</a:t>
                      </a:r>
                      <a:r>
                        <a:rPr kumimoji="0" lang="en-US" altLang="zh-CN" sz="2800" b="0" i="0" u="none" strike="noStrike" cap="none" normalizeH="0" baseline="0" dirty="0">
                          <a:ln>
                            <a:noFill/>
                          </a:ln>
                          <a:solidFill>
                            <a:srgbClr val="003399"/>
                          </a:solidFill>
                          <a:effectLst/>
                          <a:latin typeface="Arial Unicode MS" panose="020B0604020202020204" pitchFamily="34" charset="-122"/>
                          <a:ea typeface="Arial Unicode MS" panose="020B0604020202020204" pitchFamily="34" charset="-122"/>
                          <a:cs typeface="Arial Unicode MS" panose="020B0604020202020204" pitchFamily="34" charset="-122"/>
                        </a:rPr>
                        <a:t>→)</a:t>
                      </a:r>
                      <a:endParaRPr kumimoji="0" lang="zh-CN" altLang="zh-CN" sz="2700" b="0" i="0" u="none" strike="noStrike" cap="none" normalizeH="0" baseline="0" dirty="0">
                        <a:ln>
                          <a:noFill/>
                        </a:ln>
                        <a:solidFill>
                          <a:srgbClr val="003399"/>
                        </a:solidFill>
                        <a:effectLst/>
                        <a:latin typeface="Arial Unicode MS" panose="020B0604020202020204" pitchFamily="34" charset="-122"/>
                        <a:ea typeface="Arial Unicode MS" panose="020B0604020202020204" pitchFamily="34" charset="-122"/>
                        <a:cs typeface="Arial Unicode MS" panose="020B0604020202020204" pitchFamily="34" charset="-122"/>
                      </a:endParaRPr>
                    </a:p>
                  </a:txBody>
                  <a:tcPr marL="28575" marR="28575" marT="32078" marB="32078"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12700"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r>
            </a:tbl>
          </a:graphicData>
        </a:graphic>
      </p:graphicFrame>
      <p:sp>
        <p:nvSpPr>
          <p:cNvPr id="19473" name="Rectangle 2"/>
          <p:cNvSpPr/>
          <p:nvPr/>
        </p:nvSpPr>
        <p:spPr>
          <a:xfrm>
            <a:off x="4738688" y="5416550"/>
            <a:ext cx="4284662" cy="1016000"/>
          </a:xfrm>
          <a:prstGeom prst="rect">
            <a:avLst/>
          </a:prstGeom>
          <a:noFill/>
          <a:ln w="9525">
            <a:noFill/>
          </a:ln>
        </p:spPr>
        <p:txBody>
          <a:bodyPr anchor="ctr" anchorCtr="0">
            <a:spAutoFit/>
          </a:bodyPr>
          <a:p>
            <a:pPr eaLnBrk="0" hangingPunct="0"/>
            <a:r>
              <a:rPr lang="zh-CN" altLang="en-US" sz="2000" dirty="0">
                <a:solidFill>
                  <a:srgbClr val="660066"/>
                </a:solidFill>
                <a:latin typeface="楷体_GB2312" pitchFamily="49" charset="-122"/>
                <a:ea typeface="楷体_GB2312" pitchFamily="49" charset="-122"/>
              </a:rPr>
              <a:t>在实践中，</a:t>
            </a:r>
            <a:r>
              <a:rPr lang="en-US" altLang="zh-CN" sz="2000" dirty="0">
                <a:solidFill>
                  <a:srgbClr val="660066"/>
                </a:solidFill>
                <a:latin typeface="楷体_GB2312" pitchFamily="49" charset="-122"/>
                <a:ea typeface="楷体_GB2312" pitchFamily="49" charset="-122"/>
              </a:rPr>
              <a:t>Greibach</a:t>
            </a:r>
            <a:r>
              <a:rPr lang="zh-CN" altLang="en-US" sz="2000" dirty="0">
                <a:solidFill>
                  <a:srgbClr val="660066"/>
                </a:solidFill>
                <a:latin typeface="楷体_GB2312" pitchFamily="49" charset="-122"/>
                <a:ea typeface="楷体_GB2312" pitchFamily="49" charset="-122"/>
              </a:rPr>
              <a:t>范式的转化不仅可以将文法转化为</a:t>
            </a:r>
            <a:r>
              <a:rPr lang="en-US" altLang="zh-CN" sz="2000" dirty="0">
                <a:solidFill>
                  <a:srgbClr val="660066"/>
                </a:solidFill>
                <a:latin typeface="楷体_GB2312" pitchFamily="49" charset="-122"/>
                <a:ea typeface="楷体_GB2312" pitchFamily="49" charset="-122"/>
              </a:rPr>
              <a:t>LL(k)</a:t>
            </a:r>
            <a:r>
              <a:rPr lang="zh-CN" altLang="en-US" sz="2000" dirty="0">
                <a:solidFill>
                  <a:srgbClr val="660066"/>
                </a:solidFill>
                <a:latin typeface="楷体_GB2312" pitchFamily="49" charset="-122"/>
                <a:ea typeface="楷体_GB2312" pitchFamily="49" charset="-122"/>
              </a:rPr>
              <a:t>型，还能有助于减少重复的解析，提高性能</a:t>
            </a:r>
            <a:r>
              <a:rPr lang="zh-CN" altLang="en-US" sz="2000" dirty="0">
                <a:solidFill>
                  <a:srgbClr val="660066"/>
                </a:solidFill>
                <a:latin typeface="Verdana" panose="020B0604030504040204" pitchFamily="34" charset="0"/>
              </a:rPr>
              <a:t>。</a:t>
            </a:r>
            <a:endParaRPr lang="zh-CN" altLang="en-US" sz="2000" dirty="0">
              <a:solidFill>
                <a:srgbClr val="660066"/>
              </a:solidFill>
              <a:latin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灯片编号占位符 1"/>
          <p:cNvSpPr>
            <a:spLocks noGrp="1"/>
          </p:cNvSpPr>
          <p:nvPr>
            <p:ph type="sldNum" sz="quarter" idx="10"/>
          </p:nvPr>
        </p:nvSpPr>
        <p:spPr>
          <a:ln/>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rgbClr val="009999"/>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5pPr>
          </a:lstStyle>
          <a:p>
            <a:pPr lvl="0" algn="r" eaLnBrk="1" hangingPunct="1">
              <a:buSzTx/>
            </a:pPr>
            <a:fld id="{9A0DB2DC-4C9A-4742-B13C-FB6460FD3503}" type="slidenum">
              <a:rPr lang="" altLang="en-US" sz="1200" b="1" i="1" dirty="0">
                <a:latin typeface="Arial Narrow" panose="020B0606020202030204" pitchFamily="34" charset="0"/>
              </a:rPr>
            </a:fld>
            <a:endParaRPr lang="" altLang="en-US" sz="1200" b="1" i="1" dirty="0">
              <a:latin typeface="Arial Narrow" panose="020B0606020202030204" pitchFamily="34" charset="0"/>
            </a:endParaRPr>
          </a:p>
        </p:txBody>
      </p:sp>
      <p:sp>
        <p:nvSpPr>
          <p:cNvPr id="20482" name="页脚占位符 2"/>
          <p:cNvSpPr>
            <a:spLocks noGrp="1"/>
          </p:cNvSpPr>
          <p:nvPr>
            <p:ph type="ftr" sz="quarter" idx="11"/>
          </p:nvPr>
        </p:nvSpPr>
        <p:spPr>
          <a:ln/>
        </p:spPr>
        <p:txBody>
          <a:bodyPr wrap="square" lIns="91440" tIns="45720" rIns="91440" bIns="45720" anchor="b"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rgbClr val="009999"/>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rgbClr val="009999"/>
                </a:solidFill>
                <a:latin typeface="Times New Roman" panose="02020603050405020304" pitchFamily="18" charset="0"/>
                <a:ea typeface="宋体" panose="02010600030101010101" pitchFamily="2" charset="-122"/>
                <a:cs typeface="+mn-cs"/>
              </a:defRPr>
            </a:lvl5pPr>
          </a:lstStyle>
          <a:p>
            <a:pPr lvl="0" algn="ctr" eaLnBrk="1" hangingPunct="1">
              <a:lnSpc>
                <a:spcPct val="110000"/>
              </a:lnSpc>
              <a:buClrTx/>
              <a:buFontTx/>
            </a:pPr>
            <a:r>
              <a:rPr lang="" altLang="zh-CN" sz="1200" b="1" i="1" dirty="0">
                <a:latin typeface="Arial Narrow" panose="020B0606020202030204" pitchFamily="34" charset="0"/>
              </a:rPr>
              <a:t>School of Computer Science, BUPT</a:t>
            </a:r>
            <a:endParaRPr lang="" altLang="en-US" sz="1200" b="1" i="1" dirty="0">
              <a:latin typeface="Arial Narrow" panose="020B0606020202030204" pitchFamily="34" charset="0"/>
            </a:endParaRPr>
          </a:p>
        </p:txBody>
      </p:sp>
      <p:sp>
        <p:nvSpPr>
          <p:cNvPr id="20483" name="Rectangle 2"/>
          <p:cNvSpPr/>
          <p:nvPr/>
        </p:nvSpPr>
        <p:spPr>
          <a:xfrm>
            <a:off x="1258888" y="404813"/>
            <a:ext cx="6934200" cy="769937"/>
          </a:xfrm>
          <a:prstGeom prst="rect">
            <a:avLst/>
          </a:prstGeom>
          <a:noFill/>
          <a:ln w="9525">
            <a:noFill/>
          </a:ln>
        </p:spPr>
        <p:txBody>
          <a:bodyPr anchor="t" anchorCtr="0">
            <a:spAutoFit/>
          </a:bodyPr>
          <a:p>
            <a:pPr eaLnBrk="0" hangingPunct="0"/>
            <a:r>
              <a:rPr lang="zh-CN" altLang="en-US" sz="4400" b="1" dirty="0">
                <a:solidFill>
                  <a:schemeClr val="tx2"/>
                </a:solidFill>
                <a:latin typeface="楷体_GB2312" pitchFamily="49" charset="-122"/>
                <a:ea typeface="楷体_GB2312" pitchFamily="49" charset="-122"/>
              </a:rPr>
              <a:t>作业：</a:t>
            </a:r>
            <a:r>
              <a:rPr lang="en-US" altLang="zh-CN" sz="4400" b="1" dirty="0">
                <a:solidFill>
                  <a:schemeClr val="tx2"/>
                </a:solidFill>
                <a:latin typeface="楷体_GB2312" pitchFamily="49" charset="-122"/>
                <a:ea typeface="楷体_GB2312" pitchFamily="49" charset="-122"/>
              </a:rPr>
              <a:t>ch4</a:t>
            </a:r>
            <a:r>
              <a:rPr lang="zh-CN" altLang="en-US" sz="4400" b="1" dirty="0">
                <a:solidFill>
                  <a:schemeClr val="tx2"/>
                </a:solidFill>
                <a:latin typeface="楷体_GB2312" pitchFamily="49" charset="-122"/>
                <a:ea typeface="楷体_GB2312" pitchFamily="49" charset="-122"/>
              </a:rPr>
              <a:t>习题.  11、15</a:t>
            </a:r>
            <a:r>
              <a:rPr lang="zh-CN" altLang="en-US" sz="2800" dirty="0">
                <a:solidFill>
                  <a:schemeClr val="tx1"/>
                </a:solidFill>
                <a:latin typeface="Times New Roman" panose="02020603050405020304" pitchFamily="18" charset="0"/>
              </a:rPr>
              <a:t> </a:t>
            </a:r>
            <a:endParaRPr lang="zh-CN" altLang="en-US" sz="4400" dirty="0">
              <a:solidFill>
                <a:schemeClr val="tx1"/>
              </a:solidFill>
              <a:latin typeface="Times New Roman" panose="02020603050405020304" pitchFamily="18" charset="0"/>
            </a:endParaRPr>
          </a:p>
        </p:txBody>
      </p:sp>
      <p:pic>
        <p:nvPicPr>
          <p:cNvPr id="20484" name="图片 1"/>
          <p:cNvPicPr>
            <a:picLocks noChangeAspect="1"/>
          </p:cNvPicPr>
          <p:nvPr/>
        </p:nvPicPr>
        <p:blipFill>
          <a:blip r:embed="rId1"/>
          <a:stretch>
            <a:fillRect/>
          </a:stretch>
        </p:blipFill>
        <p:spPr>
          <a:xfrm>
            <a:off x="1277938" y="1484313"/>
            <a:ext cx="7104062" cy="866775"/>
          </a:xfrm>
          <a:prstGeom prst="rect">
            <a:avLst/>
          </a:prstGeom>
          <a:noFill/>
          <a:ln w="9525">
            <a:noFill/>
          </a:ln>
        </p:spPr>
      </p:pic>
      <p:pic>
        <p:nvPicPr>
          <p:cNvPr id="20485" name="图片 2"/>
          <p:cNvPicPr>
            <a:picLocks noChangeAspect="1"/>
          </p:cNvPicPr>
          <p:nvPr/>
        </p:nvPicPr>
        <p:blipFill>
          <a:blip r:embed="rId2"/>
          <a:stretch>
            <a:fillRect/>
          </a:stretch>
        </p:blipFill>
        <p:spPr>
          <a:xfrm>
            <a:off x="25400" y="2466975"/>
            <a:ext cx="9144000" cy="390525"/>
          </a:xfrm>
          <a:prstGeom prst="rect">
            <a:avLst/>
          </a:prstGeom>
          <a:noFill/>
          <a:ln w="9525">
            <a:noFill/>
          </a:ln>
        </p:spPr>
      </p:pic>
      <p:pic>
        <p:nvPicPr>
          <p:cNvPr id="20486" name="图片 3"/>
          <p:cNvPicPr>
            <a:picLocks noChangeAspect="1"/>
          </p:cNvPicPr>
          <p:nvPr/>
        </p:nvPicPr>
        <p:blipFill>
          <a:blip r:embed="rId3"/>
          <a:stretch>
            <a:fillRect/>
          </a:stretch>
        </p:blipFill>
        <p:spPr>
          <a:xfrm>
            <a:off x="1279525" y="3213100"/>
            <a:ext cx="6532563" cy="2581275"/>
          </a:xfrm>
          <a:prstGeom prst="rect">
            <a:avLst/>
          </a:prstGeom>
          <a:noFill/>
          <a:ln w="9525">
            <a:noFill/>
          </a:ln>
        </p:spPr>
      </p:pic>
    </p:spTree>
  </p:cSld>
  <p:clrMapOvr>
    <a:masterClrMapping/>
  </p:clrMapOvr>
</p:sld>
</file>

<file path=ppt/tags/tag1.xml><?xml version="1.0" encoding="utf-8"?>
<p:tagLst xmlns:p="http://schemas.openxmlformats.org/presentationml/2006/main">
  <p:tag name="KSO_WPP_MARK_KEY" val="8ed4bb81-6ece-453b-87fb-cafe924692b4"/>
  <p:tag name="COMMONDATA" val="eyJoZGlkIjoiYjZhMmY1NGQwZjE0MWY4MTkzZjM4YzBiNDA1ZmM3ZDEifQ=="/>
</p:tagLst>
</file>

<file path=ppt/theme/theme1.xml><?xml version="1.0" encoding="utf-8"?>
<a:theme xmlns:a="http://schemas.openxmlformats.org/drawingml/2006/main" name="自动机">
  <a:themeElements>
    <a:clrScheme name="自动机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自动机">
      <a:majorFont>
        <a:latin typeface="Copperplate Gothic Light"/>
        <a:ea typeface="宋体"/>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kumimoji="1" lang="en-US" sz="1800" b="0" i="0" u="none" strike="noStrike" cap="none" normalizeH="0" baseline="0" smtClean="0">
            <a:ln>
              <a:noFill/>
            </a:ln>
            <a:solidFill>
              <a:srgbClr val="009999"/>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rgbClr val="000000"/>
          </a:solidFill>
          <a:prstDash val="solid"/>
          <a:round/>
          <a:headEnd type="none" w="med" len="med"/>
          <a:tailEnd type="none" w="med" len="med"/>
        </a:ln>
      </a:spPr>
      <a:bodyPr vert="horz" wrap="square" lIns="91440" tIns="45720" rIns="91440" bIns="45720" numCol="1" anchor="t" anchorCtr="0" compatLnSpc="1"/>
      <a:lstStyle>
        <a:defPPr marL="0" marR="0" indent="0" algn="r"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kumimoji="1" lang="en-US" sz="1800" b="0" i="0" u="none" strike="noStrike" cap="none" normalizeH="0" baseline="0" smtClean="0">
            <a:ln>
              <a:noFill/>
            </a:ln>
            <a:solidFill>
              <a:srgbClr val="009999"/>
            </a:solidFill>
            <a:effectLst/>
            <a:latin typeface="Times New Roman" panose="02020603050405020304" pitchFamily="18" charset="0"/>
            <a:ea typeface="宋体" panose="02010600030101010101" pitchFamily="2" charset="-122"/>
          </a:defRPr>
        </a:defPPr>
      </a:lstStyle>
    </a:lnDef>
  </a:objectDefaults>
  <a:extraClrSchemeLst>
    <a:extraClrScheme>
      <a:clrScheme name="自动机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自动机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自动机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自动机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自动机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自动机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自动机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C:\Documents and Settings\wang bai\Application Data\Microsoft\Templates\自动机.pot</Template>
  <TotalTime>0</TotalTime>
  <Words>2832</Words>
  <Application>WPS 演示</Application>
  <PresentationFormat>全屏显示(4:3)</PresentationFormat>
  <Paragraphs>208</Paragraphs>
  <Slides>13</Slides>
  <Notes>4</Notes>
  <HiddenSlides>0</HiddenSlides>
  <MMClips>0</MMClips>
  <ScaleCrop>false</ScaleCrop>
  <HeadingPairs>
    <vt:vector size="8" baseType="variant">
      <vt:variant>
        <vt:lpstr>已用的字体</vt:lpstr>
      </vt:variant>
      <vt:variant>
        <vt:i4>24</vt:i4>
      </vt:variant>
      <vt:variant>
        <vt:lpstr>主题</vt:lpstr>
      </vt:variant>
      <vt:variant>
        <vt:i4>1</vt:i4>
      </vt:variant>
      <vt:variant>
        <vt:lpstr>嵌入 OLE 服务器</vt:lpstr>
      </vt:variant>
      <vt:variant>
        <vt:i4>1</vt:i4>
      </vt:variant>
      <vt:variant>
        <vt:lpstr>幻灯片标题</vt:lpstr>
      </vt:variant>
      <vt:variant>
        <vt:i4>13</vt:i4>
      </vt:variant>
    </vt:vector>
  </HeadingPairs>
  <TitlesOfParts>
    <vt:vector size="39" baseType="lpstr">
      <vt:lpstr>Arial</vt:lpstr>
      <vt:lpstr>宋体</vt:lpstr>
      <vt:lpstr>Wingdings</vt:lpstr>
      <vt:lpstr>Times New Roman</vt:lpstr>
      <vt:lpstr>Copperplate Gothic Light</vt:lpstr>
      <vt:lpstr>楷体_GB2312</vt:lpstr>
      <vt:lpstr>新宋体</vt:lpstr>
      <vt:lpstr>Arial Narrow</vt:lpstr>
      <vt:lpstr>Tahoma</vt:lpstr>
      <vt:lpstr>Symbol</vt:lpstr>
      <vt:lpstr>华文行楷</vt:lpstr>
      <vt:lpstr>Euclid Symbol</vt:lpstr>
      <vt:lpstr>Symbol</vt:lpstr>
      <vt:lpstr>Calibri</vt:lpstr>
      <vt:lpstr>Arial Unicode MS</vt:lpstr>
      <vt:lpstr>Verdana</vt:lpstr>
      <vt:lpstr>MS Mincho</vt:lpstr>
      <vt:lpstr>Yu Gothic</vt:lpstr>
      <vt:lpstr>微软雅黑</vt:lpstr>
      <vt:lpstr>楷体_GB2312</vt:lpstr>
      <vt:lpstr>MS PGothic</vt:lpstr>
      <vt:lpstr>KSOF3FA5480E</vt:lpstr>
      <vt:lpstr>FFont-Family</vt:lpstr>
      <vt:lpstr>KSOF3FB35F8F</vt:lpstr>
      <vt:lpstr>自动机</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BUPT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4.2  上下文无关文法的变换</dc:title>
  <dc:creator>wangbai</dc:creator>
  <cp:lastModifiedBy>冰针</cp:lastModifiedBy>
  <cp:revision>104</cp:revision>
  <cp:lastPrinted>2001-10-15T13:50:00Z</cp:lastPrinted>
  <dcterms:created xsi:type="dcterms:W3CDTF">2002-10-11T06:00:00Z</dcterms:created>
  <dcterms:modified xsi:type="dcterms:W3CDTF">2026-06-22T06:53:57Z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3EC84BBC191F41A5AB8E6D04D72D3AB0_13</vt:lpwstr>
  </property>
  <property fmtid="{D5CDD505-2E9C-101B-9397-08002B2CF9AE}" pid="3" name="KSOProductBuildVer">
    <vt:lpwstr>2052-12.1.0.26895</vt:lpwstr>
  </property>
</Properties>
</file>